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3a84b4c0a41c7" /><Relationship Type="http://schemas.openxmlformats.org/officeDocument/2006/relationships/extended-properties" Target="/docProps/app.xml" Id="Rd3a456d13fbe4462" /><Relationship Type="http://schemas.openxmlformats.org/officeDocument/2006/relationships/officeDocument" Target="/ppt/presentation.xml" Id="R8a5055ef3908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0cb5190864900"/>
  </p:sldMasterIdLst>
  <p:notesMasterIdLst>
    <p:notesMasterId xmlns:r="http://schemas.openxmlformats.org/officeDocument/2006/relationships" r:id="R72f307e7de9f48c7"/>
  </p:notesMasterIdLst>
  <p:sldIdLst>
    <p:sldId xmlns:r="http://schemas.openxmlformats.org/officeDocument/2006/relationships" id="256" r:id="R9a06262e190744f9"/>
    <p:sldId xmlns:r="http://schemas.openxmlformats.org/officeDocument/2006/relationships" id="257" r:id="R190aab59592f4c66"/>
    <p:sldId xmlns:r="http://schemas.openxmlformats.org/officeDocument/2006/relationships" id="258" r:id="Rc679d86103c84370"/>
    <p:sldId xmlns:r="http://schemas.openxmlformats.org/officeDocument/2006/relationships" id="259" r:id="R0ec431d502c249b6"/>
    <p:sldId xmlns:r="http://schemas.openxmlformats.org/officeDocument/2006/relationships" id="260" r:id="R61ce56e5c9ec4e8d"/>
    <p:sldId xmlns:r="http://schemas.openxmlformats.org/officeDocument/2006/relationships" id="261" r:id="R1798d8e01cea406f"/>
    <p:sldId xmlns:r="http://schemas.openxmlformats.org/officeDocument/2006/relationships" id="262" r:id="R9611daf55bd14393"/>
    <p:sldId xmlns:r="http://schemas.openxmlformats.org/officeDocument/2006/relationships" id="263" r:id="R6ffd2a6db8604c32"/>
    <p:sldId xmlns:r="http://schemas.openxmlformats.org/officeDocument/2006/relationships" id="264" r:id="R13a4a1caad2546dc"/>
    <p:sldId xmlns:r="http://schemas.openxmlformats.org/officeDocument/2006/relationships" id="265" r:id="Raf410d023c8d4ebb"/>
    <p:sldId xmlns:r="http://schemas.openxmlformats.org/officeDocument/2006/relationships" id="266" r:id="R289bd15c295d4d30"/>
    <p:sldId xmlns:r="http://schemas.openxmlformats.org/officeDocument/2006/relationships" id="267" r:id="Rc3f5649b590e42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5a7275371e4dce" /><Relationship Type="http://schemas.openxmlformats.org/officeDocument/2006/relationships/slideMaster" Target="/ppt/slideMasters/slideMaster1.xml" Id="Rdcb0cb5190864900" /><Relationship Type="http://schemas.openxmlformats.org/officeDocument/2006/relationships/notesMaster" Target="/ppt/notesMasters/notesMaster1.xml" Id="R72f307e7de9f48c7" /><Relationship Type="http://schemas.openxmlformats.org/officeDocument/2006/relationships/presProps" Target="/ppt/presProps.xml" Id="R3d0eb49e67c542f8" /><Relationship Type="http://schemas.openxmlformats.org/officeDocument/2006/relationships/tableStyles" Target="/ppt/tableStyles.xml" Id="R73a8880902cf43bc" /><Relationship Type="http://schemas.openxmlformats.org/officeDocument/2006/relationships/slide" Target="/ppt/slides/slide1.xml" Id="R9a06262e190744f9" /><Relationship Type="http://schemas.openxmlformats.org/officeDocument/2006/relationships/slide" Target="/ppt/slides/slide2.xml" Id="R190aab59592f4c66" /><Relationship Type="http://schemas.openxmlformats.org/officeDocument/2006/relationships/slide" Target="/ppt/slides/slide3.xml" Id="Rc679d86103c84370" /><Relationship Type="http://schemas.openxmlformats.org/officeDocument/2006/relationships/slide" Target="/ppt/slides/slide4.xml" Id="R0ec431d502c249b6" /><Relationship Type="http://schemas.openxmlformats.org/officeDocument/2006/relationships/slide" Target="/ppt/slides/slide5.xml" Id="R61ce56e5c9ec4e8d" /><Relationship Type="http://schemas.openxmlformats.org/officeDocument/2006/relationships/slide" Target="/ppt/slides/slide6.xml" Id="R1798d8e01cea406f" /><Relationship Type="http://schemas.openxmlformats.org/officeDocument/2006/relationships/slide" Target="/ppt/slides/slide7.xml" Id="R9611daf55bd14393" /><Relationship Type="http://schemas.openxmlformats.org/officeDocument/2006/relationships/slide" Target="/ppt/slides/slide8.xml" Id="R6ffd2a6db8604c32" /><Relationship Type="http://schemas.openxmlformats.org/officeDocument/2006/relationships/slide" Target="/ppt/slides/slide9.xml" Id="R13a4a1caad2546dc" /><Relationship Type="http://schemas.openxmlformats.org/officeDocument/2006/relationships/slide" Target="/ppt/slides/slide10.xml" Id="Raf410d023c8d4ebb" /><Relationship Type="http://schemas.openxmlformats.org/officeDocument/2006/relationships/slide" Target="/ppt/slides/slide11.xml" Id="R289bd15c295d4d30" /><Relationship Type="http://schemas.openxmlformats.org/officeDocument/2006/relationships/slide" Target="/ppt/slides/slide12.xml" Id="Rc3f5649b590e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e7b5a2fe34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1841cbc924d88" /><Relationship Type="http://schemas.openxmlformats.org/officeDocument/2006/relationships/notesMaster" Target="/ppt/notesMasters/notesMaster1.xml" Id="R022485f5fc7f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50db326c5d4e33" /><Relationship Type="http://schemas.openxmlformats.org/officeDocument/2006/relationships/notesMaster" Target="/ppt/notesMasters/notesMaster1.xml" Id="Rc32e7679174a4c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645e73d33434e" /><Relationship Type="http://schemas.openxmlformats.org/officeDocument/2006/relationships/notesMaster" Target="/ppt/notesMasters/notesMaster1.xml" Id="R578040681ba7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8bc6b16754f97" /><Relationship Type="http://schemas.openxmlformats.org/officeDocument/2006/relationships/notesMaster" Target="/ppt/notesMasters/notesMaster1.xml" Id="R0559348cd4be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609ac038f4e54" /><Relationship Type="http://schemas.openxmlformats.org/officeDocument/2006/relationships/notesMaster" Target="/ppt/notesMasters/notesMaster1.xml" Id="R12b83fb5372c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34b7dce57040ec" /><Relationship Type="http://schemas.openxmlformats.org/officeDocument/2006/relationships/notesMaster" Target="/ppt/notesMasters/notesMaster1.xml" Id="R9f93d2df9561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9d99f2cf441d7" /><Relationship Type="http://schemas.openxmlformats.org/officeDocument/2006/relationships/notesMaster" Target="/ppt/notesMasters/notesMaster1.xml" Id="Rb5c6bb0b0cd0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063048310a4588" /><Relationship Type="http://schemas.openxmlformats.org/officeDocument/2006/relationships/notesMaster" Target="/ppt/notesMasters/notesMaster1.xml" Id="R35564908da9f41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f3007503443cf" /><Relationship Type="http://schemas.openxmlformats.org/officeDocument/2006/relationships/notesMaster" Target="/ppt/notesMasters/notesMaster1.xml" Id="R3038d38d3b354b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2cc38bee94b21" /><Relationship Type="http://schemas.openxmlformats.org/officeDocument/2006/relationships/notesMaster" Target="/ppt/notesMasters/notesMaster1.xml" Id="Rd1b09d47e9a2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36b95691174df5" /><Relationship Type="http://schemas.openxmlformats.org/officeDocument/2006/relationships/notesMaster" Target="/ppt/notesMasters/notesMaster1.xml" Id="Rbc08ed3491724a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481f5b1cd049a5" /><Relationship Type="http://schemas.openxmlformats.org/officeDocument/2006/relationships/notesMaster" Target="/ppt/notesMasters/notesMaster1.xml" Id="R1b7946fd1272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大家好，我是第11组的郭润航。我们要把分散的产业资料整理成有出处、方便修改的报告草稿。下面介绍系统怎么做，以及六个人怎样共同维护。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的目标是先形成可核对的草稿，再由人修改和确认，形成完善的产业报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不一定代表没扣费，结果不明确时先由人确认，达到预算也要停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之外，我们也要有共同维护的方式。这就是我们的GitHub仓库，左边是组长提供的协作者列表，五个协作者加上仓库所有者，六个人都有共同维护的入口。以后按分工在各自分支修改，完成后提交PR，也就是请其他成员检查这次改动。检查代码和材料是否一致、测试是否通过，再由组长确认合并，其他人同步最新版本。代码、报告和PPT源码都放在这里，谁改了什么、为什么改，也能回头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这条依赖路线用来安排开发先后，第七页则说明按月推进的阶段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金预算建议控制在200元以内，其中160元用于模型试验，40元应急。这是计划，不是已经花掉的钱。遇到问题，我们先处理三件事：调用中断就保存进度，费用状态不明时先核对；数字或出处对不上就回原文查，不能直接写进结论；核心任务延期，就由组长协调，先保证必须交付的功能，而不是继续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八项基线测试已经通过；涉及模型的测试用的是模拟响应，还需要真实联调。之后重点检查换产业能否复用、出错能否恢复、报告能否正常导出。每周大家一起看交出了什么、卡在哪里，再调整计划。AI可以帮助整理、起草和写重复代码，但资料是否支持结论、系统是否真正可用，必须由我们自己核对。我们的介绍到这里，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6368be8a744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d1eebb1124c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1777265584e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7929798fb48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2d9f03d734e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689b6babb47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D404B4-51B0-4505-92CB-BF6BCCD8F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36334B-D8FC-491E-80AF-6F7D689CD9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E5C133-9FD6-4241-B1CE-3821A1B00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AA48FA-B9B0-4E9F-8917-97A3AD346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F876C2-08CE-4987-B0BC-B2086B2E4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0CF712-763C-4C1B-8542-BD7F44655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84FB88-A33D-4B37-86FC-2F66C528E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A84820-AB2C-4D4B-AB09-79E49051D3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0297E6-358D-4BBB-90C8-556518E74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50F828-C44C-42E1-9C8E-BDF137BD2F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3553a99cc4b5c" /><Relationship Type="http://schemas.openxmlformats.org/officeDocument/2006/relationships/slideLayout" Target="/ppt/slideLayouts/slideLayout1.xml" Id="R107853f33c3243d0" /><Relationship Type="http://schemas.openxmlformats.org/officeDocument/2006/relationships/slideLayout" Target="/ppt/slideLayouts/slideLayout2.xml" Id="Rc884dab3afbb46ae" /><Relationship Type="http://schemas.openxmlformats.org/officeDocument/2006/relationships/slideLayout" Target="/ppt/slideLayouts/slideLayout3.xml" Id="Rae3adee0bd414c9e" /><Relationship Type="http://schemas.openxmlformats.org/officeDocument/2006/relationships/slideLayout" Target="/ppt/slideLayouts/slideLayout4.xml" Id="Re679187952694496" /><Relationship Type="http://schemas.openxmlformats.org/officeDocument/2006/relationships/slideLayout" Target="/ppt/slideLayouts/slideLayout5.xml" Id="R5f72163cb38a461f" /><Relationship Type="http://schemas.openxmlformats.org/officeDocument/2006/relationships/slideLayout" Target="/ppt/slideLayouts/slideLayout6.xml" Id="R8ee0657e614b40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853f33c3243d0"/>
    <p:sldLayoutId xmlns:r="http://schemas.openxmlformats.org/officeDocument/2006/relationships" id="2147483650" r:id="Rc884dab3afbb46ae"/>
    <p:sldLayoutId xmlns:r="http://schemas.openxmlformats.org/officeDocument/2006/relationships" id="2147483651" r:id="Rae3adee0bd414c9e"/>
    <p:sldLayoutId xmlns:r="http://schemas.openxmlformats.org/officeDocument/2006/relationships" id="2147483652" r:id="Re679187952694496"/>
    <p:sldLayoutId xmlns:r="http://schemas.openxmlformats.org/officeDocument/2006/relationships" id="2147483653" r:id="R5f72163cb38a461f"/>
    <p:sldLayoutId xmlns:r="http://schemas.openxmlformats.org/officeDocument/2006/relationships" id="2147483654" r:id="R8ee0657e614b40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9c64cea744c27" /><Relationship Type="http://schemas.openxmlformats.org/officeDocument/2006/relationships/image" Target="/ppt/media/image.png" Id="R694fc87e1e094110" /><Relationship Type="http://schemas.openxmlformats.org/officeDocument/2006/relationships/notesSlide" Target="/ppt/notesSlides/notesSlide1.xml" Id="R88b2ecb6c96749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66b7b25264704" /><Relationship Type="http://schemas.openxmlformats.org/officeDocument/2006/relationships/image" Target="/ppt/media/image2.png" Id="Rdd084c229cef4e08" /><Relationship Type="http://schemas.openxmlformats.org/officeDocument/2006/relationships/notesSlide" Target="/ppt/notesSlides/notesSlide2.xml" Id="Ra2f4234ee0da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6132bcfbc4853" /><Relationship Type="http://schemas.openxmlformats.org/officeDocument/2006/relationships/image" Target="/ppt/media/image3.png" Id="R766c85f1c9454ecf" /><Relationship Type="http://schemas.openxmlformats.org/officeDocument/2006/relationships/chart" Target="/ppt/slides/charts/chart1.xml" Id="R449a91ffe8b445ab" /><Relationship Type="http://schemas.openxmlformats.org/officeDocument/2006/relationships/notesSlide" Target="/ppt/notesSlides/notesSlide3.xml" Id="Rf757dc6bfec741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a833851ac4337" /><Relationship Type="http://schemas.openxmlformats.org/officeDocument/2006/relationships/image" Target="/ppt/media/image4.png" Id="R58321c00e3ad42b2" /><Relationship Type="http://schemas.openxmlformats.org/officeDocument/2006/relationships/image" Target="/ppt/media/image5.png" Id="Rb7b133f4790140d3" /><Relationship Type="http://schemas.openxmlformats.org/officeDocument/2006/relationships/notesSlide" Target="/ppt/notesSlides/notesSlide4.xml" Id="R5c4b97641e59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8c466e3224a7e" /><Relationship Type="http://schemas.openxmlformats.org/officeDocument/2006/relationships/image" Target="/ppt/media/image6.png" Id="R50c8b6b4e83049de" /><Relationship Type="http://schemas.openxmlformats.org/officeDocument/2006/relationships/notesSlide" Target="/ppt/notesSlides/notesSlide5.xml" Id="R4f2f37b3be98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a2ae6faab48cf" /><Relationship Type="http://schemas.openxmlformats.org/officeDocument/2006/relationships/image" Target="/ppt/media/image7.png" Id="R1ffe155116364bd5" /><Relationship Type="http://schemas.openxmlformats.org/officeDocument/2006/relationships/notesSlide" Target="/ppt/notesSlides/notesSlide6.xml" Id="Rc29ff5ef6e8c44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964a735f24d4e" /><Relationship Type="http://schemas.openxmlformats.org/officeDocument/2006/relationships/image" Target="/ppt/media/image8.png" Id="R2ae266741946466f" /><Relationship Type="http://schemas.openxmlformats.org/officeDocument/2006/relationships/notesSlide" Target="/ppt/notesSlides/notesSlide7.xml" Id="R6fb19c1f3e2e40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3f38a91fa4108" /><Relationship Type="http://schemas.openxmlformats.org/officeDocument/2006/relationships/image" Target="/ppt/media/image9.png" Id="Rcb72be2cc73e408f" /><Relationship Type="http://schemas.openxmlformats.org/officeDocument/2006/relationships/notesSlide" Target="/ppt/notesSlides/notesSlide8.xml" Id="R0b85f10b4c0d4d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637f6fef446e5" /><Relationship Type="http://schemas.openxmlformats.org/officeDocument/2006/relationships/image" Target="/ppt/media/image10.png" Id="R34497733a06441e2" /><Relationship Type="http://schemas.openxmlformats.org/officeDocument/2006/relationships/image" Target="/ppt/media/image11.png" Id="R161fa906d7f14292" /><Relationship Type="http://schemas.openxmlformats.org/officeDocument/2006/relationships/notesSlide" Target="/ppt/notesSlides/notesSlide9.xml" Id="Ra08c7b372ef643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9e153c0564df7" /><Relationship Type="http://schemas.openxmlformats.org/officeDocument/2006/relationships/image" Target="/ppt/media/image12.png" Id="Rd983d11caf534d95" /><Relationship Type="http://schemas.openxmlformats.org/officeDocument/2006/relationships/notesSlide" Target="/ppt/notesSlides/notesSlide10.xml" Id="Ra4402120d52e41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2f5ffac244436" /><Relationship Type="http://schemas.openxmlformats.org/officeDocument/2006/relationships/image" Target="/ppt/media/image13.png" Id="R9b52b182b5d040b9" /><Relationship Type="http://schemas.openxmlformats.org/officeDocument/2006/relationships/notesSlide" Target="/ppt/notesSlides/notesSlide11.xml" Id="Rdeea502e35aa4c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66489addf4ace" /><Relationship Type="http://schemas.openxmlformats.org/officeDocument/2006/relationships/image" Target="/ppt/media/image14.png" Id="R9f6f760bb9c24706" /><Relationship Type="http://schemas.openxmlformats.org/officeDocument/2006/relationships/notesSlide" Target="/ppt/notesSlides/notesSlide12.xml" Id="R64b8f4281881486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F08A-EFBD-48FC-88C5-A440F82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58A6-10A7-49CB-9BC5-A648ECE9E0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fc87e1e094110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4E765-1190-48C8-AE66-12D99A6A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8B5D7-87B8-43D7-A698-DD62C83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整理产业资料，生成有出处的报告草稿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86C93-E97C-4D41-A758-B7E1DCB2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F4026-A080-45FD-A400-0231733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669B3-D21D-4E3A-AD3E-E70BDBA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79292-DBDF-4A5F-8D5F-9D1F3DB9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7F6F2-5A7D-48B8-B6E4-DC87C6A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B51E0-BAAE-4553-911A-E143FEE6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577396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2D658-0C31-4DA8-81B2-1591306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谁会用？主要帮他们做什么？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944AF-434F-40A9-A5F6-553A9B9C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A429A-0D85-4B2C-B3A0-E8FF55E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面向写课程调研、整理产业信息的学生和研究助理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2B7F4-3BC4-4FF4-AF45-89BF7F6E2E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84c229cef4e08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E379C-F5A4-472F-8E68-0CFD61A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写报告时，时间常花在哪里？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E992-2CC2-42C6-BE48-0F39A71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找资料：原文分散在不同网站和文件里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3DAA7-52CB-49CE-86E4-450F4D71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搭结构：每次都要重新列提纲、整理章节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7ECC9-A605-473D-A3BF-D18712B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查出处：看到一个数字，要能找到它来自哪里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492C4-8779-46F5-B713-3E0CC388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我们的目标：先生成可核对的草稿，再由人修改和确认，</a:t>
            </a:r>
          </a:p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形成完善的产业报告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F0984-6597-4773-8D91-1FD65C0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需求假设将在开题后通过真实用户任务核实。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FB3EB-6FAF-41DB-A13F-9C567B2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04BFE-E698-495A-8982-EE479BB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352402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C5B4C-1E3C-43EB-9B38-B35929A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AC23C-1EC2-4F57-B246-077255A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04E9B-7E54-439B-B60D-DC19842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D1599-996E-45BE-B033-17461C01B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c85f1c9454ec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4C94-0B23-43EC-8A07-3B7DE344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CEBFBDA-4C10-43E3-97FF-BDAFFA69E9C4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9a91ffe8b445a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FDFF0-E515-4D3C-8EEF-3D8BDB2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56A78-E681-482F-8B4E-06347C9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68A13-CA9D-4712-9B2C-84695CE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C0EF-8B7B-42F1-A4C6-5A8D7F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5A5FA-C467-4993-83E4-769AE5D8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72ABA-41C8-4D94-BA2A-E41B621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209B2-E415-4A16-A3C4-0A661C2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140645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B59C5-FFC5-45F0-9405-560B949E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系统怎样用？目前做到哪一步？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86B70-B5D2-4FC3-B05B-FEE2C35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DE401-9B68-4EF0-ABD8-E3FBEAA9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录入资料 → 选择模板 → 生成草稿 → 人工核对后导出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850F0-D81F-4BF6-9FD8-D052C61047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21c00e3ad42b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2D3AE-9313-49DD-9E3F-02563E281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133f4790140d3"/>
          <a:stretch xmlns:a="http://schemas.openxmlformats.org/drawingml/2006/main"/>
        </p:blipFill>
        <p:spPr>
          <a:xfrm xmlns:a="http://schemas.openxmlformats.org/drawingml/2006/main">
            <a:off x="666750" y="2156034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B376D-87A9-4D32-BCEB-ED1EEB00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8477B-E955-46B5-8F2C-AFFCEC0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保存资料、选择来源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生成摘录、查看原文快照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保存历史、下载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F5FAA-FEBE-4B4D-8A4D-FAADBE3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529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接下来要做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6EC4C-99E1-4A76-8631-F751628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按模板分章生成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核对引用、修改内容、正式导出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29B2-7230-47BA-BF00-1151588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C0B72-62B6-4DC1-8A83-BFDB0F97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151478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10359-B354-4CCD-9EE8-6BED63C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Harness：给AI任务安排步骤、保存进度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2F6C4-90AB-4B80-96F1-85B8F04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A8F54-83AB-4AB6-82EE-F835F24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结合上节课学长的分享，我们把长报告拆成可以接着做的小任务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BF6D7-1E06-4EA6-B2B1-6CC930EF7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8b6b4e83049d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9A53-C794-4A3C-BC04-0882E20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BA872-3B20-4FA3-86E2-89D9BFC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8998E-0423-4EE6-8525-9035929E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33283-FA26-4880-A92D-4C8DA7C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选资料和模板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1FA5B-1126-42EC-87D4-EE33811F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先确定这次用什么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2BA4A-A749-428A-8CBB-486443B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C69B0-A150-4936-A463-6CA2FA1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分章写报告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9A00E-E73F-477B-8DCA-B04B43CA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每完成一章就保存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D9327-A54A-4A64-9070-58722AFB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0616D-97CA-462B-B1AA-A9D286C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核对后导出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03780-B121-48B3-99A3-04C5529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查出处、人工修改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004EA-AF9A-4654-9ED6-81A6F24D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FB127-F770-42ED-8BDF-7C47ED9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C4CDC-59CB-4AE7-8858-CDBFF93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2A362-0996-4FD3-8AED-4606B83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第1章：写好了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971A0-F5D6-4A70-B6E3-6D4E2AD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保留已经完成的内容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52639-B3B1-4C26-AF06-855F615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134EF-DAED-4EC2-8014-7454685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第2章：中断了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50712-4C79-4A41-8B3B-ADD68C6A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修好后从这里继续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B3D72-B656-4441-8526-0A1DAFA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02798-05BA-4DD2-846D-8C48ACD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第3章：还没写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DB97-6478-44CF-AB7D-8DA39A82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等前面完成后再写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F0613-2D9F-487D-931B-F0646A3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目标：中途出错，也能接着做；花到预算上限，就停下来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4B071-874C-46CF-95A0-FE0A920E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这是计划实现的能力；技术参考：Anthropic官方文章、LangGraph持久化文档。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A8314-0310-4A67-83AD-6332EE4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5B8E7-66CA-417F-8D6D-73BC071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491281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6A64F-6A52-4B60-9802-F8A2E5E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本学期做到什么程度，才算完成？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63CB4-0BAD-4B1D-81B5-45DD4A4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4A9DA-7C75-493A-9386-351F4A8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把目标写成能实际检查的条件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8E172-8E29-4FA1-AD58-7BF84B183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e155116364bd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4EF39-2C63-4A57-A877-67BAA9A83C02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7709535"/>
              </a:tblGrid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要交付的能力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怎么检查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更换产业和模板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两种模板；两个产业各用至少3份公开资料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草稿能查出处、能修改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出错后能继续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人为让一章失败，确认成功内容保留并能接着写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报告能正式导出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至少1种带单位和出处的图表，中文与分页可读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换台环境也能运行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按说明启动，完成资料录入到报告导出的流程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E8B1-FAD2-4BCC-98B9-73710C4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系统保持通用；先用光伏、新能源汽车资料验证。以上是学期目标。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5B040-1CC6-4912-B988-9007419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0528C-38BB-4868-8EB7-4C2E5B9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827179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CA410D-AF21-4F4E-B792-12D14E7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68B1F-11C4-4F8A-9692-D3D294D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A2193-2B3D-4B9A-ACFE-43D766D9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F2E5-E4D9-44BF-B86D-0882D66E12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266741946466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F170-B0EE-4171-B960-ED0EF18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E534F-8D2A-452E-BB23-62B9602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A823F-701F-43CE-80E9-DE8972F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161CB-8FF8-48C0-BCC8-28D579F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19E84-AACE-4FB2-B5FC-D81E180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543A1-8CEB-45F1-8D39-95D5819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ED721-EF7D-41C7-8760-B7AED126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64DDA-8241-4ED1-A2F6-0AE1DA6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17C29-618D-4CB3-9D1D-DA7BB667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07467-3E1A-4E3F-9072-F829A2B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4B424-0BFA-479E-8E44-8DE09505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FCDE7-027F-45BB-916D-697DC63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29AB7-D3E6-48B9-8B2B-8C972D7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5DD41-537B-4A35-AA77-4B51701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B8707-1002-4059-8378-566980D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712B0-DC56-4595-8752-923FE34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CA01C-C6B2-4356-B945-097D8AE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1801F-2AE7-42ED-BD62-29AE51E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7E4A7-41CD-4FDD-A490-F5CD37D1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0F5A3-7E3D-49BC-93A9-17E7435C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07B9B-B55E-4C44-81F6-1C3B45EB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C1664-7C7F-432C-B376-3D169C94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4B54E-DF1E-4894-9A04-A8A433C6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57B4B-0F8A-46FA-8D9F-79F6E43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26EF4-7A50-4E31-BCCB-833796F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A9DD1-18A8-4304-9F05-943A7B0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819BD-0BCD-4532-8917-2383B5A0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F9DCA-55E2-484F-926B-4936621B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546E49-7F83-43A2-B2AE-D5AC5ED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08449-76ED-4C36-9EA7-78EFC466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D3D31A-ADB7-4325-BCDF-F28CCF1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EFC66A-16A5-4803-9697-2EE3D35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188F2-EBDF-4EB1-887D-2547D86F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29F2AD-699E-48AF-AD17-2334748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4B3B2D-96C6-48BE-AD21-19B8FF9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1BD82D-2F4A-4144-B7C0-6DB8F04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815017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63B2-F7C3-4ED2-B375-A853D8D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0B782-6C09-464D-AF84-1E7C6E6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6BAA9-E3E2-41B9-822A-82A53FB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B226F-663D-4E09-B90D-714EBBCA3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2be2cc73e408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6EE99-2190-4B57-88E2-E6CFDE96C3E5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范围、进度、预算与版本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8E880-BE4A-4D78-BC12-F4943AB7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E3CFE-38E4-4321-8E6C-E8054B4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A3D46-DC17-4F4D-95FC-F6A81E66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738063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1C737-EF22-4480-B289-35554DD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8465C-D2FF-4148-9ED1-27BCB9EA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7C4A-6E05-462E-8E03-0772430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07FB-B988-46BB-9FDD-665506003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97733a06441e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4BE15-9FFB-4939-9F9C-EA60694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3BAD2-5105-433E-B806-F497C74B0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fa906d7f14292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8435A-1B0A-4B18-898C-4C6E36B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9538C-133C-4F3B-A363-DE405078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4BE63-56DF-4512-9429-470962C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69BE6-9D2A-46B7-B5F1-5D3A1D66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A3192-7833-476C-8451-16084141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3EEC4-7595-48C8-9DAB-4B0105A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934C7-DC85-474F-B7C8-2DB1E464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CE668-5E14-442F-8A2C-1405C7A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统一保存代码、报告与PPT源码，减少反复传文件和版本混乱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B4421-6A73-427E-86ED-77B9C5A7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F1BD-24EC-4167-943F-59C3A42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2038194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A9BE2C-25BA-481C-A1DA-544C2BC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56828-E97B-4A2B-8C0C-94DE294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EFAA0-6D65-4362-9AD1-9E9E764C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C11C7-91CC-4A9D-97E1-38626D33CC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d11caf534d9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06F69-11FC-4E66-9DC6-036C73C4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1CE4D-6443-47B1-BAF8-2314D8A5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C7816-2FB4-46E3-94D9-16E299CE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A41C2-CC18-4241-B8A2-A76C3F3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B3C9-7156-4A53-BB85-7D31826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2850C-DF75-46E6-8A9C-CB6E230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D28EC-B8B0-4C48-865F-A062010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0254D-2979-471D-8134-752948AC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091A5-59EF-4AB1-B2A6-3D6A77F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75462-7D49-441C-8ED9-A7FD03B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5DA0F-6360-4827-8C38-333D300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C23F1-C794-4A59-A14D-A067ED0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E9441-DEAE-40A9-ADAB-2E631361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C99FD-6A61-4C10-8FA0-552DBE3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235E0-3001-4647-B481-10E261D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DD43A-EE61-40AF-B19A-25330B5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7CFCA-96AA-436C-AF1A-21FF70D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FDB28-7A61-4FB3-9E44-F95FEC3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C1DB1-B487-4DAC-BB30-C7ADE34C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FFDA5-B85E-4E04-B6DF-1D851C12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603C1-47C7-4069-93EE-30AF2DD4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5E725-21E9-4858-B1EB-27BA00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08E87-C512-4862-ABB7-90F47A0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8D16A-A47B-4856-81F7-F6DE672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0DDB6-459C-45B5-BCFD-B347FA1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A2D23-610B-4A5E-A793-CF69FA59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6F082-E916-4B97-8C54-B824A22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486F4C-0B94-4B32-8E22-23A497BC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90C2A5-DAB9-4E51-A14C-CF9AF656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681760-F4B2-4B20-9AF6-7230704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786243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53786-0412-4DD8-9293-9AC614B9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预算怎么控制？出问题怎么办？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5271A-271B-4DB2-AE03-A166D7C4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D5E03-6794-4479-AB81-E174A95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建议现金上限200元，主要用于模型试验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BEB42-8953-4E62-A49D-A750B4FFC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2b182b5d040b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0B5EA-65A7-4AE8-8ECA-9F20DF4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模型试验160元  +  应急40元  =  200元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F9252-FF21-49BC-8729-C2DC0DC0C489}"/>
              </a:ext>
            </a:extLst>
          </p:cNvPr>
          <p:cNvGraphicFramePr/>
          <p:nvPr/>
        </p:nvGraphicFramePr>
        <p:xfrm>
          <a:off xmlns:a="http://schemas.openxmlformats.org/drawingml/2006/main" x="666750" y="271462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4815"/>
                <a:gridCol w="6623685"/>
              </a:tblGrid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模型中断，或者不清楚是否已经扣费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保存进度，先核对调用结果再决定是否重试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资料的数字、单位或出处对不上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核心任务延期，影响后面的人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组长协调补位，先完成必须交付的功能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671D6-93B9-4D0B-B781-DD07584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预算是计划上限，不是已支出；选定服务后按实际调用核算。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EBC9A-FB7B-46D2-A8A4-2A6ADC1A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F946B-A990-4713-9BCE-C81F0C4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248772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7E6C1-9E87-4828-BD64-F2A3871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让草稿有用，也让每一步经得起检查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1204-F3F7-4586-A398-ADEF95AE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2CA82-775E-4378-ADD3-96FC039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AI帮忙整理和起草；人负责需求、事实核对和最终确认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A2F3-B19C-40C7-910C-78B4FF948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760bb9c2470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03DE-2755-4B43-AFE3-26BFD1F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已有基础：原型可运行，18项基线测试通过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FBFF3-4832-4DF4-A097-23D4AAF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接下来检查：换产业能用吗？出错能恢复吗？导出能读吗？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2449E-3DE9-49E2-BC9F-154B2DE2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每周一起看：交出了什么、卡在哪里、需要怎么调整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B87F1-2DA8-41DA-B84F-A64A8E2E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开题后先确认资料、模板和接口，再按分工推进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A75A3-F8C4-4086-A330-56160B5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C366-CC40-44EE-9485-34EF9308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50142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2026-10-25T16:43:59.5990000Z</dcterms:created>
  <dcterms:modified xsi:type="dcterms:W3CDTF">2026-10-25T16:43:59.5990000Z</dcterms:modified>
</coreProperties>
</file>