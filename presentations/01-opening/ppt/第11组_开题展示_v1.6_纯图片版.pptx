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3c63120a5947ee" /><Relationship Type="http://schemas.openxmlformats.org/officeDocument/2006/relationships/extended-properties" Target="/docProps/app.xml" Id="R2ab0387a6cc344de" /><Relationship Type="http://schemas.openxmlformats.org/officeDocument/2006/relationships/officeDocument" Target="/ppt/presentation.xml" Id="R87a2c981894d43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1d196c4d104114"/>
  </p:sldMasterIdLst>
  <p:notesMasterIdLst>
    <p:notesMasterId xmlns:r="http://schemas.openxmlformats.org/officeDocument/2006/relationships" r:id="R67eac1b0f85447c8"/>
  </p:notesMasterIdLst>
  <p:sldIdLst>
    <p:sldId xmlns:r="http://schemas.openxmlformats.org/officeDocument/2006/relationships" id="256" r:id="Rcf427b61a6f04c62"/>
    <p:sldId xmlns:r="http://schemas.openxmlformats.org/officeDocument/2006/relationships" id="257" r:id="Rdc935525e1984c3a"/>
    <p:sldId xmlns:r="http://schemas.openxmlformats.org/officeDocument/2006/relationships" id="258" r:id="R1781357d5c884ac5"/>
    <p:sldId xmlns:r="http://schemas.openxmlformats.org/officeDocument/2006/relationships" id="259" r:id="Rd1a0681cbe7f4b96"/>
    <p:sldId xmlns:r="http://schemas.openxmlformats.org/officeDocument/2006/relationships" id="260" r:id="R0943c57c48ff41b8"/>
    <p:sldId xmlns:r="http://schemas.openxmlformats.org/officeDocument/2006/relationships" id="261" r:id="R460b0d6e45084db5"/>
    <p:sldId xmlns:r="http://schemas.openxmlformats.org/officeDocument/2006/relationships" id="262" r:id="R59ea83ea6a864c40"/>
    <p:sldId xmlns:r="http://schemas.openxmlformats.org/officeDocument/2006/relationships" id="263" r:id="Rcd1a4a6fe95c4e3c"/>
    <p:sldId xmlns:r="http://schemas.openxmlformats.org/officeDocument/2006/relationships" id="264" r:id="R99ae739a8c5f419d"/>
    <p:sldId xmlns:r="http://schemas.openxmlformats.org/officeDocument/2006/relationships" id="265" r:id="Rff704fa347da48da"/>
    <p:sldId xmlns:r="http://schemas.openxmlformats.org/officeDocument/2006/relationships" id="266" r:id="R6f3129d912ab4c88"/>
    <p:sldId xmlns:r="http://schemas.openxmlformats.org/officeDocument/2006/relationships" id="267" r:id="R199f0a8b6bde4d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3583a7a7f74f68" /><Relationship Type="http://schemas.openxmlformats.org/officeDocument/2006/relationships/slideMaster" Target="/ppt/slideMasters/slideMaster1.xml" Id="Rb91d196c4d104114" /><Relationship Type="http://schemas.openxmlformats.org/officeDocument/2006/relationships/notesMaster" Target="/ppt/notesMasters/notesMaster1.xml" Id="R67eac1b0f85447c8" /><Relationship Type="http://schemas.openxmlformats.org/officeDocument/2006/relationships/presProps" Target="/ppt/presProps.xml" Id="Re17537bf5fc3413a" /><Relationship Type="http://schemas.openxmlformats.org/officeDocument/2006/relationships/tableStyles" Target="/ppt/tableStyles.xml" Id="R9d9a1168dcc94890" /><Relationship Type="http://schemas.openxmlformats.org/officeDocument/2006/relationships/slide" Target="/ppt/slides/slide1.xml" Id="Rcf427b61a6f04c62" /><Relationship Type="http://schemas.openxmlformats.org/officeDocument/2006/relationships/slide" Target="/ppt/slides/slide2.xml" Id="Rdc935525e1984c3a" /><Relationship Type="http://schemas.openxmlformats.org/officeDocument/2006/relationships/slide" Target="/ppt/slides/slide3.xml" Id="R1781357d5c884ac5" /><Relationship Type="http://schemas.openxmlformats.org/officeDocument/2006/relationships/slide" Target="/ppt/slides/slide4.xml" Id="Rd1a0681cbe7f4b96" /><Relationship Type="http://schemas.openxmlformats.org/officeDocument/2006/relationships/slide" Target="/ppt/slides/slide5.xml" Id="R0943c57c48ff41b8" /><Relationship Type="http://schemas.openxmlformats.org/officeDocument/2006/relationships/slide" Target="/ppt/slides/slide6.xml" Id="R460b0d6e45084db5" /><Relationship Type="http://schemas.openxmlformats.org/officeDocument/2006/relationships/slide" Target="/ppt/slides/slide7.xml" Id="R59ea83ea6a864c40" /><Relationship Type="http://schemas.openxmlformats.org/officeDocument/2006/relationships/slide" Target="/ppt/slides/slide8.xml" Id="Rcd1a4a6fe95c4e3c" /><Relationship Type="http://schemas.openxmlformats.org/officeDocument/2006/relationships/slide" Target="/ppt/slides/slide9.xml" Id="R99ae739a8c5f419d" /><Relationship Type="http://schemas.openxmlformats.org/officeDocument/2006/relationships/slide" Target="/ppt/slides/slide10.xml" Id="Rff704fa347da48da" /><Relationship Type="http://schemas.openxmlformats.org/officeDocument/2006/relationships/slide" Target="/ppt/slides/slide11.xml" Id="R6f3129d912ab4c88" /><Relationship Type="http://schemas.openxmlformats.org/officeDocument/2006/relationships/slide" Target="/ppt/slides/slide12.xml" Id="R199f0a8b6bde4d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971690d9d247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2b6973a2e843a4" /><Relationship Type="http://schemas.openxmlformats.org/officeDocument/2006/relationships/notesMaster" Target="/ppt/notesMasters/notesMaster1.xml" Id="R5677c3b3260b48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46743c1734491d" /><Relationship Type="http://schemas.openxmlformats.org/officeDocument/2006/relationships/notesMaster" Target="/ppt/notesMasters/notesMaster1.xml" Id="R00ea5970553448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bbd97d3bb740b4" /><Relationship Type="http://schemas.openxmlformats.org/officeDocument/2006/relationships/notesMaster" Target="/ppt/notesMasters/notesMaster1.xml" Id="R58debad62e5744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ba676bb944459a" /><Relationship Type="http://schemas.openxmlformats.org/officeDocument/2006/relationships/notesMaster" Target="/ppt/notesMasters/notesMaster1.xml" Id="Rc0b74a74d6184d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4e5a129a22427e" /><Relationship Type="http://schemas.openxmlformats.org/officeDocument/2006/relationships/notesMaster" Target="/ppt/notesMasters/notesMaster1.xml" Id="R8a9a75441ca044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444b55a041430f" /><Relationship Type="http://schemas.openxmlformats.org/officeDocument/2006/relationships/notesMaster" Target="/ppt/notesMasters/notesMaster1.xml" Id="Rd2bcab95c9e442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8ec61f7e33482f" /><Relationship Type="http://schemas.openxmlformats.org/officeDocument/2006/relationships/notesMaster" Target="/ppt/notesMasters/notesMaster1.xml" Id="Rf7654181736f41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4deff5822f4a62" /><Relationship Type="http://schemas.openxmlformats.org/officeDocument/2006/relationships/notesMaster" Target="/ppt/notesMasters/notesMaster1.xml" Id="Rbefc8ac77c2d46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35b61443174dee" /><Relationship Type="http://schemas.openxmlformats.org/officeDocument/2006/relationships/notesMaster" Target="/ppt/notesMasters/notesMaster1.xml" Id="R8d5960f43e8e47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438ec62cf1d4f59" /><Relationship Type="http://schemas.openxmlformats.org/officeDocument/2006/relationships/notesMaster" Target="/ppt/notesMasters/notesMaster1.xml" Id="R83c2f092a7e9492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699e53627e94f0b" /><Relationship Type="http://schemas.openxmlformats.org/officeDocument/2006/relationships/notesMaster" Target="/ppt/notesMasters/notesMaster1.xml" Id="R811b399bda25467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a46bff804a4134" /><Relationship Type="http://schemas.openxmlformats.org/officeDocument/2006/relationships/notesMaster" Target="/ppt/notesMasters/notesMaster1.xml" Id="R75b6debcf1fa40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我是第11组的郭润航。我们选择的是产业大模型报告生成引擎：面向政府智库、产业规划和行业研究，把资料和数据按模板组织成规范、有出处、能够修改的产业报告。下面介绍要做哪些功能，以及我们怎样分阶段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选题面向政府智库、产业规划和行业研究。比如研究人员要写一份产业报告，常常要重新找资料、搭结构，还要手动对齐数字和图表。我们希望解决的是写得慢、结构不统一、数据和内容脱节这三个问题。系统按模板先生成能够核对的草稿，再由人修改和确认，形成完善的产业报告。这些痛点来自选题要求，后面还需要通过真实用户任务核实，不能把它当成已经做过调研的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和内容怎样联动？看这个光伏例子：工信部公布的2024年组件产量增长13.5%，但组件价格下降29.7%，所以不能只看产量就写行业全面向好。右侧588GW是组件产量，278GW是新增装机，含义也不同。我们计划让报告中的数字和图表关联同一份数据记录，保留时间、单位和出处；写出的观点还要回到原文核对。这张图是人工整理的设计例子，不是系统已经自动生成的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工信部《2024年全国光伏制造行业运行情况》，2025-02-27。https://www.miit.gov.cn/gyhxxhb/jgsj/dzxxs/dzjc/art/2025/art_da51f7f47c75477ea1fa6732155536db.html</a:t>
            </a:r>
          </a:p>
          <a:p xmlns:a="http://schemas.openxmlformats.org/drawingml/2006/main">
            <a:r>
              <a:t>国家能源局《2024年可再生能源并网运行情况》。https://obor.nea.gov.cn/detail2/21770.html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仍然围绕四项能力展开。第一，管理模板，但这里要分两种：内容模板规定一份产业分析或对标报告该写哪些章节；版式模板决定PDF的字体、页眉页脚和分页。第二，先组织提纲，再逐章生成，内容统一用Markdown这种轻量的文本格式保存。第三，数据进入正文和图表，关键观点关联原文，证据不足时提示。第四，经过公文风格润色和人工确认，同一份Markdown可以选择不同版式导出PDF，并保存内容和模板的版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就是我们现在确定的做法。资料进入系统后，先按内容模板列提纲、分章撰写，形成一份Markdown报告。它可以理解为带标题、表格和图片引用的文本文件，便于修改，也方便在仓库里比较版本。内容经润色和人工确认后，再选择研究报告版或趋势简报版，导出不同PDF。换版式不应该重新生成或改变结论。来源、图表数据和模板版本也要保存，不能只留一份文字。Harness负责串起这些步骤、保存进度，在失败后从未完成的步骤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  <a:p xmlns:a="http://schemas.openxmlformats.org/drawingml/2006/main">
            <a:r>
              <a:t>Anthropic, Effective harnesses for long-running agents. https://www.anthropic.com/research/effective-harnesses-for-long-running-agents</a:t>
            </a:r>
          </a:p>
          <a:p xmlns:a="http://schemas.openxmlformats.org/drawingml/2006/main">
            <a:r>
              <a:t>Anthropic, Building effective agents. https://www.anthropic.com/research/building-effective-agents</a:t>
            </a:r>
          </a:p>
          <a:p xmlns:a="http://schemas.openxmlformats.org/drawingml/2006/main">
            <a:r>
              <a:t>LangGraph, Persistence. https://docs.langchain.com/oss/python/langgraph/persistence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类报告的区别主要在内容模板：产业分析看规模、产业链和趋势；景气报告看供需和价格；对标报告让多个对象按相同指标比较；招商报告关注产业基础、目标企业和配套；出海研判关注目标市场、准入和风险。本学期先用产业分析和对标两类、两个产业验收完整流程，其他类型逐步扩展。版式则单独验证：同一份确认后的Markdown，要能导出研究版和简报版两种PDF，两份都保留相同事实、图表和来源，中文、目录和分页也要正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  <a:p xmlns:a="http://schemas.openxmlformats.org/drawingml/2006/main">
            <a:r>
              <a:t>老师《P5 项目估算与进度管理》：第6、12、17—21、28页。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看整个学期的大概安排。每一行是一个阶段，从左到右是先推进主要工作，再完善，最后留出检查和展示的时间。开题前，我们先明确问题、范围和分工，检查计划书和PPT。接着用11月上旬确认需求、资料和接口，中旬把生成流程和页面接起来，月底集中联调，准备11月30日的中期展示。12月先完善恢复和导出，从12月7日起留三周做测试、修复和复测，再整理材料。课表把12月28日列为课程收尾，正式提交截止还以通知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课程介绍PDF文件顺序第47页（原页未印数字页码）《课时安排》：10月26日开题，11月30日中期，12月28日项目收尾、课程总结。该页未给正式终期提交截止。</a:t>
            </a:r>
          </a:p>
          <a:p xmlns:a="http://schemas.openxmlformats.org/drawingml/2006/main">
            <a:r>
              <a:t>文件：materials/course-slides/1.1 软件工程管理课程介绍(1).pdf</a:t>
            </a:r>
          </a:p>
          <a:p xmlns:a="http://schemas.openxmlformats.org/drawingml/2006/main">
            <a:r>
              <a:t>阶段内起止为本组暂排，见team/semester-timeline.json；不把计划当作已完成实绩。图条长度不表示实际天数。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个人仍按原分工推进。程文博统筹范围、进度和验收；田亦洁负责需求、模板规则和系统设计；崔大元整理资料、数据口径和来源；许子萌完成模板、分章生成和流程后端；李佳雨负责页面、审阅、图表展示和导出；我负责测试、部署和汇报。交接要讲清输入输出、失败情况和未完成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用同一个GitHub仓库维护代码、报告和PPT源码。每个人在自己的分支修改，完成后提交PR，请其他成员检查，再由组长确认合并。Markdown内容和PDF版式模板也在这里分开维护，改内容或改版式都有记录。每周一下午软工管课后，我们简单讨论一下：这周完成了什么，卡在哪里，下周各自做什么。有范围或模板变化就记下来，同步到任务和验收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仓库：https://github.com/BrockPhlin/industry-report-harness</a:t>
            </a:r>
          </a:p>
          <a:p xmlns:a="http://schemas.openxmlformats.org/drawingml/2006/main">
            <a:r>
              <a:t>截图：组长于2026-10-26提供的GitHub Manage access页面，原图保存于assets/opening/github-collaborators.png。该图说明协作者权限，不直接证明个人贡献或分支保护已经设置。</a:t>
            </a:r>
          </a:p>
          <a:p xmlns:a="http://schemas.openxmlformats.org/drawingml/2006/main">
            <a:r>
              <a:t>协作流程为本组执行约定；现有合并成果可核对PR #5和#6。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这两份是组长提供的外部报告，不是我们系统生成的。左边是麦肯锡技术趋势展望的一个页面，可以参考它怎样把章节、指标和趋势解读放在一起；右边是斯坦福AI Index的图表页，可以参考图表编号、图注和来源怎样标清楚。我们的目标是做出目录完整、图文配合、出处清楚、排版统一的PDF。不是照搬它们的结论或机构标识，也不承诺达到同样的研究深度。我们会用自己的资料和小规模报告，验证这种成品结构，以及同一份Markdown切换版式的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R4 用户提供McKinsey Technology Trends Outlook 2026，PDF第3、5、13页（印刷1、3、11页）。</a:t>
            </a:r>
          </a:p>
          <a:p xmlns:a="http://schemas.openxmlformats.org/drawingml/2006/main">
            <a:r>
              <a:t>R5 用户提供Stanford AI Index Report 2026，PDF第2、14、20页（印刷1、13、19页）。</a:t>
            </a:r>
          </a:p>
          <a:p xmlns:a="http://schemas.openxmlformats.org/drawingml/2006/main">
            <a:r>
              <a:t>只用于结构和版式观察；原PDF未加入团队仓库。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要风险也围绕报告质量来控制。模型失败，要能定位步骤并保留已有结果；数字、单位或出处对不上，就回原文核对，证据不足不能硬写结论。润色时还要防止把原意改掉。关键任务卡住就及时协调，优先跑通选模板到导出的完整流程。不同成员的修改通过分支和PR检查后再合并，问题和处理结果留下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报告§8的项目风险安排；具体执行结果按任务、PR与测试记录核对。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看当前基础。左边是现有原型的实际截图，现在可以保存资料、生成摘录、查看来源快照、保存历史并下载Markdown。这次截图没有调用模型，十八项基线测试也使用模拟响应，因此还不能代表完整报告引擎。接下来要把模板、长文本生成、数据图表、观点溯源和公文润色接起来，完成Markdown定稿，再用不同版式导出PDF，用实际成品检查效果。我们会在不断摸索和验证的过程中，逐步形成自己的创新。谢谢老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老师《P5 项目估算与进度管理》：第6、12、17—21、28页。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08b8779138445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dd619af81b4bd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cbb40197c54c6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012341d87240b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8646c48add424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b608c196b946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4A2C54-723E-4F33-BA18-EB4239253A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D8D8FA7-78FE-4579-BBD5-1976BFF5F1D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9C05972-B66C-4F27-BDAA-5B59E068B5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3DC2ED8-289F-4958-971F-FEC711996C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EAF0A75-6FDC-4782-B893-4C70ADA6FB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CA931E8-EA13-4C66-8EE0-648DB93994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305AB30-E1CA-437B-8BEE-94E1916E8B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14C2F3C-8DDD-42AF-8C72-E76D4E160A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5F8B8EF-CC96-4AEE-98CF-A3770B1971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385AFB4-1A75-4C58-AC71-A9108F3E45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4c36cac941472e" /><Relationship Type="http://schemas.openxmlformats.org/officeDocument/2006/relationships/slideLayout" Target="/ppt/slideLayouts/slideLayout1.xml" Id="R51d6f01faa8a4f46" /><Relationship Type="http://schemas.openxmlformats.org/officeDocument/2006/relationships/slideLayout" Target="/ppt/slideLayouts/slideLayout2.xml" Id="R408b198cfdbd4be2" /><Relationship Type="http://schemas.openxmlformats.org/officeDocument/2006/relationships/slideLayout" Target="/ppt/slideLayouts/slideLayout3.xml" Id="Rccdcfa7e9f9844fd" /><Relationship Type="http://schemas.openxmlformats.org/officeDocument/2006/relationships/slideLayout" Target="/ppt/slideLayouts/slideLayout4.xml" Id="Raa482def04414230" /><Relationship Type="http://schemas.openxmlformats.org/officeDocument/2006/relationships/slideLayout" Target="/ppt/slideLayouts/slideLayout5.xml" Id="R3de4bf31735247ce" /><Relationship Type="http://schemas.openxmlformats.org/officeDocument/2006/relationships/slideLayout" Target="/ppt/slideLayouts/slideLayout6.xml" Id="R58390856c4ea4d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d6f01faa8a4f46"/>
    <p:sldLayoutId xmlns:r="http://schemas.openxmlformats.org/officeDocument/2006/relationships" id="2147483650" r:id="R408b198cfdbd4be2"/>
    <p:sldLayoutId xmlns:r="http://schemas.openxmlformats.org/officeDocument/2006/relationships" id="2147483651" r:id="Rccdcfa7e9f9844fd"/>
    <p:sldLayoutId xmlns:r="http://schemas.openxmlformats.org/officeDocument/2006/relationships" id="2147483652" r:id="Raa482def04414230"/>
    <p:sldLayoutId xmlns:r="http://schemas.openxmlformats.org/officeDocument/2006/relationships" id="2147483653" r:id="R3de4bf31735247ce"/>
    <p:sldLayoutId xmlns:r="http://schemas.openxmlformats.org/officeDocument/2006/relationships" id="2147483654" r:id="R58390856c4ea4d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8204bbabb2400a" /><Relationship Type="http://schemas.openxmlformats.org/officeDocument/2006/relationships/image" Target="/ppt/media/image.png" Id="Rf124e9176f1b4450" /><Relationship Type="http://schemas.openxmlformats.org/officeDocument/2006/relationships/notesSlide" Target="/ppt/notesSlides/notesSlide1.xml" Id="R96c237d143c143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b11f801f1e4b09" /><Relationship Type="http://schemas.openxmlformats.org/officeDocument/2006/relationships/image" Target="/ppt/media/image2.png" Id="Rfb4b78762c6e42c9" /><Relationship Type="http://schemas.openxmlformats.org/officeDocument/2006/relationships/notesSlide" Target="/ppt/notesSlides/notesSlide2.xml" Id="R4854fdc7dc6f4d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2f9d6c49724204" /><Relationship Type="http://schemas.openxmlformats.org/officeDocument/2006/relationships/image" Target="/ppt/media/image3.png" Id="Rf86416dde17048d4" /><Relationship Type="http://schemas.openxmlformats.org/officeDocument/2006/relationships/notesSlide" Target="/ppt/notesSlides/notesSlide3.xml" Id="R33c9b987c7fe40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8fadb25297424f" /><Relationship Type="http://schemas.openxmlformats.org/officeDocument/2006/relationships/image" Target="/ppt/media/image4.png" Id="Rf316b6541cdb4935" /><Relationship Type="http://schemas.openxmlformats.org/officeDocument/2006/relationships/notesSlide" Target="/ppt/notesSlides/notesSlide4.xml" Id="R95d029fc457241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6ab82494184e6b" /><Relationship Type="http://schemas.openxmlformats.org/officeDocument/2006/relationships/image" Target="/ppt/media/image5.png" Id="R9d69fe93cc154f77" /><Relationship Type="http://schemas.openxmlformats.org/officeDocument/2006/relationships/notesSlide" Target="/ppt/notesSlides/notesSlide5.xml" Id="Rf623aba7aa6242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2b661f43fe4e30" /><Relationship Type="http://schemas.openxmlformats.org/officeDocument/2006/relationships/image" Target="/ppt/media/image6.png" Id="R7d1129ed5d124515" /><Relationship Type="http://schemas.openxmlformats.org/officeDocument/2006/relationships/notesSlide" Target="/ppt/notesSlides/notesSlide6.xml" Id="R030ada7c1b4945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1fcebed4d84c4e" /><Relationship Type="http://schemas.openxmlformats.org/officeDocument/2006/relationships/image" Target="/ppt/media/image7.png" Id="R61955b332bf145a4" /><Relationship Type="http://schemas.openxmlformats.org/officeDocument/2006/relationships/notesSlide" Target="/ppt/notesSlides/notesSlide7.xml" Id="R0f71004ca40841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57fa9aa053494a" /><Relationship Type="http://schemas.openxmlformats.org/officeDocument/2006/relationships/image" Target="/ppt/media/image8.png" Id="R26db6fab6e774074" /><Relationship Type="http://schemas.openxmlformats.org/officeDocument/2006/relationships/notesSlide" Target="/ppt/notesSlides/notesSlide8.xml" Id="R11409a8dc0374f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a3b32d257f4d4a" /><Relationship Type="http://schemas.openxmlformats.org/officeDocument/2006/relationships/image" Target="/ppt/media/image9.png" Id="R0e03d72cd9fa4942" /><Relationship Type="http://schemas.openxmlformats.org/officeDocument/2006/relationships/notesSlide" Target="/ppt/notesSlides/notesSlide9.xml" Id="Re43aa81b0f664a9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3af0dd9dc54371" /><Relationship Type="http://schemas.openxmlformats.org/officeDocument/2006/relationships/image" Target="/ppt/media/image10.png" Id="Ra22b0411e0594736" /><Relationship Type="http://schemas.openxmlformats.org/officeDocument/2006/relationships/notesSlide" Target="/ppt/notesSlides/notesSlide10.xml" Id="R68465fedc5fa402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0c677e5fae4225" /><Relationship Type="http://schemas.openxmlformats.org/officeDocument/2006/relationships/image" Target="/ppt/media/image11.png" Id="R8331f48e03c34f8a" /><Relationship Type="http://schemas.openxmlformats.org/officeDocument/2006/relationships/notesSlide" Target="/ppt/notesSlides/notesSlide11.xml" Id="Rce63938c4b7447d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1d9decf5904b8f" /><Relationship Type="http://schemas.openxmlformats.org/officeDocument/2006/relationships/image" Target="/ppt/media/image12.png" Id="R4a6603b3db70457a" /><Relationship Type="http://schemas.openxmlformats.org/officeDocument/2006/relationships/notesSlide" Target="/ppt/notesSlides/notesSlide12.xml" Id="Rfc0659297211416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B8168-126D-4FB7-9C85-706F206A3C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24e9176f1b445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2136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54845-A660-4F44-A7AF-90543351C5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4b78762c6e42c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7760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D96509-E0D2-44E5-8D7A-C7608E37AF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416dde17048d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19303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0C8728-559D-48DD-8A0A-1531AB2ECE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16b6541cdb493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7595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8F668E-8BB1-45E9-BFAF-73642D3CBC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69fe93cc154f7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70324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34813-5ECE-41EF-9691-A852B1F8F4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1129ed5d12451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77823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51EEE-6B21-42F8-9D63-7277338564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955b332bf145a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61261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AA1A41-B970-4333-BF4C-19D961D8D0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b6fab6e77407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43438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097ED-A47B-46EB-8FFD-9A65894FD6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03d72cd9fa494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81744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2BFE6-A43D-4672-B3A0-747486DF51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2b0411e059473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204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208D1C-EA86-4BD3-87E3-32F33800E6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31f48e03c34f8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33455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772757-901C-45ED-A670-13317EF49E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6603b3db70457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332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2026-10-26T02:28:28.3250000Z</dcterms:created>
  <dcterms:modified xsi:type="dcterms:W3CDTF">2026-10-26T02:28:28.3250000Z</dcterms:modified>
</coreProperties>
</file>