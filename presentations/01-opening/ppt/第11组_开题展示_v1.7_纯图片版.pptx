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edf6646b84315" /><Relationship Type="http://schemas.openxmlformats.org/officeDocument/2006/relationships/extended-properties" Target="/docProps/app.xml" Id="R5ddf2e85187f4a36" /><Relationship Type="http://schemas.openxmlformats.org/officeDocument/2006/relationships/officeDocument" Target="/ppt/presentation.xml" Id="R61c9eaddaaf64c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054beb03734098"/>
  </p:sldMasterIdLst>
  <p:notesMasterIdLst>
    <p:notesMasterId xmlns:r="http://schemas.openxmlformats.org/officeDocument/2006/relationships" r:id="R6718810de3ee4dd3"/>
  </p:notesMasterIdLst>
  <p:sldIdLst>
    <p:sldId xmlns:r="http://schemas.openxmlformats.org/officeDocument/2006/relationships" id="256" r:id="R10d6866a09624bf9"/>
    <p:sldId xmlns:r="http://schemas.openxmlformats.org/officeDocument/2006/relationships" id="257" r:id="R37a2db57cb094449"/>
    <p:sldId xmlns:r="http://schemas.openxmlformats.org/officeDocument/2006/relationships" id="258" r:id="R62fa4318b2b948da"/>
    <p:sldId xmlns:r="http://schemas.openxmlformats.org/officeDocument/2006/relationships" id="259" r:id="R8020bea3f99d4e3f"/>
    <p:sldId xmlns:r="http://schemas.openxmlformats.org/officeDocument/2006/relationships" id="260" r:id="Ra6e1714a452e4b08"/>
    <p:sldId xmlns:r="http://schemas.openxmlformats.org/officeDocument/2006/relationships" id="261" r:id="R861e8c2402844477"/>
    <p:sldId xmlns:r="http://schemas.openxmlformats.org/officeDocument/2006/relationships" id="262" r:id="R77e24471a8d540da"/>
    <p:sldId xmlns:r="http://schemas.openxmlformats.org/officeDocument/2006/relationships" id="263" r:id="R342be4aba6b448c8"/>
    <p:sldId xmlns:r="http://schemas.openxmlformats.org/officeDocument/2006/relationships" id="264" r:id="R3f5b68aebce74517"/>
    <p:sldId xmlns:r="http://schemas.openxmlformats.org/officeDocument/2006/relationships" id="265" r:id="Re185b434c8c64276"/>
    <p:sldId xmlns:r="http://schemas.openxmlformats.org/officeDocument/2006/relationships" id="266" r:id="Rb62bb40c17954dfd"/>
    <p:sldId xmlns:r="http://schemas.openxmlformats.org/officeDocument/2006/relationships" id="267" r:id="R96a537bb0d1d43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0f0ff3531e42d3" /><Relationship Type="http://schemas.openxmlformats.org/officeDocument/2006/relationships/slideMaster" Target="/ppt/slideMasters/slideMaster1.xml" Id="Ra0054beb03734098" /><Relationship Type="http://schemas.openxmlformats.org/officeDocument/2006/relationships/notesMaster" Target="/ppt/notesMasters/notesMaster1.xml" Id="R6718810de3ee4dd3" /><Relationship Type="http://schemas.openxmlformats.org/officeDocument/2006/relationships/presProps" Target="/ppt/presProps.xml" Id="R4c9df2527a7540b0" /><Relationship Type="http://schemas.openxmlformats.org/officeDocument/2006/relationships/tableStyles" Target="/ppt/tableStyles.xml" Id="R667df9dd38984058" /><Relationship Type="http://schemas.openxmlformats.org/officeDocument/2006/relationships/slide" Target="/ppt/slides/slide1.xml" Id="R10d6866a09624bf9" /><Relationship Type="http://schemas.openxmlformats.org/officeDocument/2006/relationships/slide" Target="/ppt/slides/slide2.xml" Id="R37a2db57cb094449" /><Relationship Type="http://schemas.openxmlformats.org/officeDocument/2006/relationships/slide" Target="/ppt/slides/slide3.xml" Id="R62fa4318b2b948da" /><Relationship Type="http://schemas.openxmlformats.org/officeDocument/2006/relationships/slide" Target="/ppt/slides/slide4.xml" Id="R8020bea3f99d4e3f" /><Relationship Type="http://schemas.openxmlformats.org/officeDocument/2006/relationships/slide" Target="/ppt/slides/slide5.xml" Id="Ra6e1714a452e4b08" /><Relationship Type="http://schemas.openxmlformats.org/officeDocument/2006/relationships/slide" Target="/ppt/slides/slide6.xml" Id="R861e8c2402844477" /><Relationship Type="http://schemas.openxmlformats.org/officeDocument/2006/relationships/slide" Target="/ppt/slides/slide7.xml" Id="R77e24471a8d540da" /><Relationship Type="http://schemas.openxmlformats.org/officeDocument/2006/relationships/slide" Target="/ppt/slides/slide8.xml" Id="R342be4aba6b448c8" /><Relationship Type="http://schemas.openxmlformats.org/officeDocument/2006/relationships/slide" Target="/ppt/slides/slide9.xml" Id="R3f5b68aebce74517" /><Relationship Type="http://schemas.openxmlformats.org/officeDocument/2006/relationships/slide" Target="/ppt/slides/slide10.xml" Id="Re185b434c8c64276" /><Relationship Type="http://schemas.openxmlformats.org/officeDocument/2006/relationships/slide" Target="/ppt/slides/slide11.xml" Id="Rb62bb40c17954dfd" /><Relationship Type="http://schemas.openxmlformats.org/officeDocument/2006/relationships/slide" Target="/ppt/slides/slide12.xml" Id="R96a537bb0d1d43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fdc2ddcf8845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efe09d541e4a18" /><Relationship Type="http://schemas.openxmlformats.org/officeDocument/2006/relationships/notesMaster" Target="/ppt/notesMasters/notesMaster1.xml" Id="R00b1e88884254f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9b42eeae214065" /><Relationship Type="http://schemas.openxmlformats.org/officeDocument/2006/relationships/notesMaster" Target="/ppt/notesMasters/notesMaster1.xml" Id="Ra93d0db1751049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beddd23a44e83" /><Relationship Type="http://schemas.openxmlformats.org/officeDocument/2006/relationships/notesMaster" Target="/ppt/notesMasters/notesMaster1.xml" Id="R274451b73e3e43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223a6d16a74853" /><Relationship Type="http://schemas.openxmlformats.org/officeDocument/2006/relationships/notesMaster" Target="/ppt/notesMasters/notesMaster1.xml" Id="Re1c5a87149934b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aa5241f79d459b" /><Relationship Type="http://schemas.openxmlformats.org/officeDocument/2006/relationships/notesMaster" Target="/ppt/notesMasters/notesMaster1.xml" Id="R22303df1c62844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fce0c37b3c4966" /><Relationship Type="http://schemas.openxmlformats.org/officeDocument/2006/relationships/notesMaster" Target="/ppt/notesMasters/notesMaster1.xml" Id="R9632ba0df9254f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8a5e03e73f459a" /><Relationship Type="http://schemas.openxmlformats.org/officeDocument/2006/relationships/notesMaster" Target="/ppt/notesMasters/notesMaster1.xml" Id="R0064df5d887541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ee7679ee1940cf" /><Relationship Type="http://schemas.openxmlformats.org/officeDocument/2006/relationships/notesMaster" Target="/ppt/notesMasters/notesMaster1.xml" Id="Racb113e46ae64f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096aeb085548cd" /><Relationship Type="http://schemas.openxmlformats.org/officeDocument/2006/relationships/notesMaster" Target="/ppt/notesMasters/notesMaster1.xml" Id="Reb05d8d1efdd47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a5ad2592d14113" /><Relationship Type="http://schemas.openxmlformats.org/officeDocument/2006/relationships/notesMaster" Target="/ppt/notesMasters/notesMaster1.xml" Id="R507ffa4958e546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2d6c81c782430f" /><Relationship Type="http://schemas.openxmlformats.org/officeDocument/2006/relationships/notesMaster" Target="/ppt/notesMasters/notesMaster1.xml" Id="R7bd1eb3022cd49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aadff994aa410f" /><Relationship Type="http://schemas.openxmlformats.org/officeDocument/2006/relationships/notesMaster" Target="/ppt/notesMasters/notesMaster1.xml" Id="Rfb0649935dfa43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是第11组的郭润航。我们选择的是产业大模型报告生成引擎：面向政府智库、产业规划和行业研究，把资料和数据按模板组织成规范、有出处、能够修改的产业报告。下面介绍要做哪些功能，以及我们怎样分阶段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选题面向政府智库、产业规划和行业研究。比如研究人员要写一份产业报告，常常要重新找资料、搭结构，还要手动对齐数字和图表。我们希望解决的是写得慢、结构不统一、数据和内容脱节这三个问题。系统按模板先生成能够核对的草稿，再由人修改和确认，形成完善的产业报告。这些痛点来自选题要求，后面还需要通过真实用户任务核实，不能把它当成已经做过调研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和内容怎样联动？看这个光伏例子：工信部公布的2024年组件产量增长13.5%，但组件价格下降29.7%，所以不能只看产量就写行业全面向好。右侧588GW是组件产量，278GW是新增装机，含义也不同。我们计划让报告中的数字和图表关联同一份数据记录，保留时间、单位和出处；写出的观点还要回到原文核对。这张图是人工整理的设计例子，不是系统已经自动生成的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工信部《2024年全国光伏制造行业运行情况》，2025-02-27。https://www.miit.gov.cn/gyhxxhb/jgsj/dzxxs/dzjc/art/2025/art_da51f7f47c75477ea1fa6732155536db.html</a:t>
            </a:r>
          </a:p>
          <a:p xmlns:a="http://schemas.openxmlformats.org/drawingml/2006/main">
            <a:r>
              <a:t>国家能源局《2024年可再生能源并网运行情况》。https://obor.nea.gov.cn/detail2/21770.html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仍然围绕四项能力展开。第一，管理模板，但这里要分两种：内容模板规定一份产业分析或对标报告该写哪些章节；版式模板决定PDF的字体、页眉页脚和分页。第二，先组织提纲，再逐章生成，内容统一用Markdown这种轻量的文本格式保存。第三，数据进入正文和图表，关键观点关联原文，证据不足时提示。第四，经过公文风格润色和人工确认，同一份Markdown可以选择不同版式导出PDF，并保存内容和模板的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我们的主流程。资料进入系统后，先按内容模板列提纲。写某一章之前，模型还可以调用参考报告检索工具，查看类似章节的结构和写法，再结合这次资料生成Markdown。它是一种带标题、表格和图片引用的文本格式，方便修改和比较版本。人工确认内容后，选择研究版或简报版导出PDF。换版式不重新生成结论。参考报告不是事实依据，来源和图表数据要另外保存。Harness负责安排步骤、保存进度，并记录查了什么，失败后能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Anthropic, Effective harnesses for long-running agents. https://www.anthropic.com/research/effective-harnesses-for-long-running-agents</a:t>
            </a:r>
          </a:p>
          <a:p xmlns:a="http://schemas.openxmlformats.org/drawingml/2006/main">
            <a:r>
              <a:t>Anthropic, Building effective agents. https://www.anthropic.com/research/building-effective-agents</a:t>
            </a:r>
          </a:p>
          <a:p xmlns:a="http://schemas.openxmlformats.org/drawingml/2006/main">
            <a:r>
              <a:t>LangGraph, Persistence. https://docs.langchain.com/oss/python/langgraph/persistence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类报告的区别主要在内容模板：产业分析看规模、产业链和趋势；景气报告看供需和价格；对标报告让多个对象按相同指标比较；招商报告关注产业基础、目标企业和配套；出海研判关注目标市场、准入和风险。本学期先用产业分析和对标两类、两个产业验收完整流程，其他类型逐步扩展。版式则单独验证：同一份确认后的Markdown，要能导出研究版和简报版两种PDF，两份都保留相同事实、图表和来源，中文、目录和分页也要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整个学期的大概安排。每一行是一个阶段，从左到右是先推进主要工作，再完善，最后留出检查和展示的时间。开题前，我们先明确问题、范围和分工，检查计划书和PPT。接着用11月上旬确认需求、资料和接口，中旬把生成流程和页面接起来，月底集中联调，准备11月30日的中期展示。12月先完善恢复和导出，从12月7日起留三周做测试、修复和复测，再整理材料。课表把12月28日列为课程收尾，正式提交截止还以通知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课程介绍PDF文件顺序第47页（原页未印数字页码）《课时安排》：10月26日开题，11月30日中期，12月28日项目收尾、课程总结。该页未给正式终期提交截止。</a:t>
            </a:r>
          </a:p>
          <a:p xmlns:a="http://schemas.openxmlformats.org/drawingml/2006/main">
            <a:r>
              <a:t>文件：materials/course-slides/1.1 软件工程管理课程介绍(1).pdf</a:t>
            </a:r>
          </a:p>
          <a:p xmlns:a="http://schemas.openxmlformats.org/drawingml/2006/main">
            <a:r>
              <a:t>阶段内起止为本组暂排，见team/semester-timeline.json；不把计划当作已完成实绩。图条长度不表示实际天数。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人仍按原分工推进。程文博统筹范围、进度和验收；田亦洁负责需求、模板规则和系统设计；崔大元整理资料、数据口径和来源；许子萌完成模板、分章生成和流程后端；李佳雨负责页面、审阅、图表展示和导出；我负责测试、部署和汇报。交接要讲清输入输出、失败情况和未完成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老师《P4 项目计划与工作分解47页版》：第7、24、32、43页。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同一个GitHub仓库维护代码、报告和PPT源码。每个人在自己的分支修改，完成后提交PR，请其他成员检查，再由组长确认合并。Markdown内容和PDF版式模板也在这里分开维护，改内容或改版式都有记录。每周一下午软工管课后，我们简单讨论一下：这周完成了什么，卡在哪里，下周各自做什么。有范围或模板变化就记下来，同步到任务和验收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仓库：https://github.com/BrockPhlin/industry-report-harness</a:t>
            </a:r>
          </a:p>
          <a:p xmlns:a="http://schemas.openxmlformats.org/drawingml/2006/main">
            <a:r>
              <a:t>截图：组长于2026-10-26提供的GitHub Manage access页面，原图保存于assets/opening/github-collaborators.png。该图说明协作者权限，不直接证明个人贡献或分支保护已经设置。</a:t>
            </a:r>
          </a:p>
          <a:p xmlns:a="http://schemas.openxmlformats.org/drawingml/2006/main">
            <a:r>
              <a:t>协作流程为本组执行约定；现有合并成果可核对PR #5和#6。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份外部报告不仅可以作为版式参考，我们还想把它们用到生成过程中。计划给模型一个参考报告检索工具：比如要写产业对标，就按报告类型和当前章节，查相关提纲、少量写作片段或图表规范，返回时带上报告名称和页码。模型借鉴怎样组织内容，数字和结论仍然要来自本次资料，不能把参考报告里的旧结论直接搬过来。这个想法有没有帮助，还要做对照：相同资料和任务，分别有工具和没工具生成，比较结构完整性、事实错误和人工修改量。这是计划试验，不是已经实现或证明的创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R4 用户提供McKinsey Technology Trends Outlook 2026，PDF第3、5、13页（印刷1、3、11页）。</a:t>
            </a:r>
          </a:p>
          <a:p xmlns:a="http://schemas.openxmlformats.org/drawingml/2006/main">
            <a:r>
              <a:t>R5 用户提供Stanford AI Index Report 2026，PDF第2、14、20页（印刷1、13、19页）。</a:t>
            </a:r>
          </a:p>
          <a:p xmlns:a="http://schemas.openxmlformats.org/drawingml/2006/main">
            <a:r>
              <a:t>只用于结构和版式观察；原PDF未加入团队仓库。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风险也围绕报告质量来控制。模型失败，要能定位步骤并保留已有结果；数字、单位或出处对不上，就回原文核对，证据不足不能硬写结论。润色时还要防止把原意改掉。关键任务卡住就及时协调，优先跑通选模板到导出的完整流程。不同成员的修改通过分支和PR检查后再合并，问题和处理结果留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报告§8的项目风险安排；具体执行结果按任务、PR与测试记录核对。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原型可以保存资料、生成摘录、查看来源快照、保存历史和下载Markdown。截图没有调用模型，十八项基线测试使用了模拟响应，所以还不能代表完整报告引擎。接下来先跑通模板、分章生成、数据图表、溯源和润色，再把Markdown导出成不同版式的PDF。参考报告检索会先做小规模对照，效果好再逐步完善。我们会在不断摸索和验证的过程中，逐步形成自己的创新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资料来源（不朗读）：</a:t>
            </a:r>
          </a:p>
          <a:p xmlns:a="http://schemas.openxmlformats.org/drawingml/2006/main">
            <a:r>
              <a:t>老师《P5 项目估算与进度管理》：第6、12、17—21、28页。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87cb9ec184a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b4e3ff87043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123e443f54c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f953c7fe349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600e50719468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93c28c9eef46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CDAD37-938B-4724-82F6-0F9DE99AB7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60649E7-F904-44D7-A736-E35D9344DE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735CC48-0EDC-4C0B-83FF-703014B0EB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DFABCB-24F4-41DE-89B1-4DECE90D6A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75366D-9A18-403C-B277-89D41C7969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2E9A62-B51D-4F61-BCDA-8445070F8F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C068D1-66EB-4C45-A476-A90B32CFC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C581A0A-7497-40EF-8F70-8FBE663287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FE48B7-F3F1-4544-B327-27D7AA4DE7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D5F9F6-64F1-4B3B-972A-C651924FC6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946ecb8a724e8b" /><Relationship Type="http://schemas.openxmlformats.org/officeDocument/2006/relationships/slideLayout" Target="/ppt/slideLayouts/slideLayout1.xml" Id="R4acad822daac4b81" /><Relationship Type="http://schemas.openxmlformats.org/officeDocument/2006/relationships/slideLayout" Target="/ppt/slideLayouts/slideLayout2.xml" Id="Rb4b0ffd941104332" /><Relationship Type="http://schemas.openxmlformats.org/officeDocument/2006/relationships/slideLayout" Target="/ppt/slideLayouts/slideLayout3.xml" Id="R012b3ff2faa84a83" /><Relationship Type="http://schemas.openxmlformats.org/officeDocument/2006/relationships/slideLayout" Target="/ppt/slideLayouts/slideLayout4.xml" Id="Rf1f158c857b84922" /><Relationship Type="http://schemas.openxmlformats.org/officeDocument/2006/relationships/slideLayout" Target="/ppt/slideLayouts/slideLayout5.xml" Id="R6779b0f96ea94513" /><Relationship Type="http://schemas.openxmlformats.org/officeDocument/2006/relationships/slideLayout" Target="/ppt/slideLayouts/slideLayout6.xml" Id="Rf56ef27ad7684c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cad822daac4b81"/>
    <p:sldLayoutId xmlns:r="http://schemas.openxmlformats.org/officeDocument/2006/relationships" id="2147483650" r:id="Rb4b0ffd941104332"/>
    <p:sldLayoutId xmlns:r="http://schemas.openxmlformats.org/officeDocument/2006/relationships" id="2147483651" r:id="R012b3ff2faa84a83"/>
    <p:sldLayoutId xmlns:r="http://schemas.openxmlformats.org/officeDocument/2006/relationships" id="2147483652" r:id="Rf1f158c857b84922"/>
    <p:sldLayoutId xmlns:r="http://schemas.openxmlformats.org/officeDocument/2006/relationships" id="2147483653" r:id="R6779b0f96ea94513"/>
    <p:sldLayoutId xmlns:r="http://schemas.openxmlformats.org/officeDocument/2006/relationships" id="2147483654" r:id="Rf56ef27ad7684c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4a85cb7c544cef" /><Relationship Type="http://schemas.openxmlformats.org/officeDocument/2006/relationships/image" Target="/ppt/media/image.png" Id="R24ea6aa21af24740" /><Relationship Type="http://schemas.openxmlformats.org/officeDocument/2006/relationships/notesSlide" Target="/ppt/notesSlides/notesSlide1.xml" Id="R3e02719a2c764d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101dc83444173" /><Relationship Type="http://schemas.openxmlformats.org/officeDocument/2006/relationships/image" Target="/ppt/media/image2.png" Id="R56b18935762c4289" /><Relationship Type="http://schemas.openxmlformats.org/officeDocument/2006/relationships/notesSlide" Target="/ppt/notesSlides/notesSlide2.xml" Id="R3659ba7b790f4a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ecd3c24f94919" /><Relationship Type="http://schemas.openxmlformats.org/officeDocument/2006/relationships/image" Target="/ppt/media/image3.png" Id="R801e9a19ab0c4639" /><Relationship Type="http://schemas.openxmlformats.org/officeDocument/2006/relationships/notesSlide" Target="/ppt/notesSlides/notesSlide3.xml" Id="Rb9e0cb20727241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6c9376fb044678" /><Relationship Type="http://schemas.openxmlformats.org/officeDocument/2006/relationships/image" Target="/ppt/media/image4.png" Id="Rb312344449814ed6" /><Relationship Type="http://schemas.openxmlformats.org/officeDocument/2006/relationships/notesSlide" Target="/ppt/notesSlides/notesSlide4.xml" Id="R414ea8e8e2f543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e9658bc0040a8" /><Relationship Type="http://schemas.openxmlformats.org/officeDocument/2006/relationships/image" Target="/ppt/media/image5.png" Id="Rf99a6c5bbf614713" /><Relationship Type="http://schemas.openxmlformats.org/officeDocument/2006/relationships/notesSlide" Target="/ppt/notesSlides/notesSlide5.xml" Id="R511f9369429e46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4a2194dd74d41" /><Relationship Type="http://schemas.openxmlformats.org/officeDocument/2006/relationships/image" Target="/ppt/media/image6.png" Id="Rc84e81d7613e4c7e" /><Relationship Type="http://schemas.openxmlformats.org/officeDocument/2006/relationships/notesSlide" Target="/ppt/notesSlides/notesSlide6.xml" Id="R7f07233eb79945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b9cf912c334f7d" /><Relationship Type="http://schemas.openxmlformats.org/officeDocument/2006/relationships/image" Target="/ppt/media/image7.png" Id="R26456e52f8fd4362" /><Relationship Type="http://schemas.openxmlformats.org/officeDocument/2006/relationships/notesSlide" Target="/ppt/notesSlides/notesSlide7.xml" Id="R124f4c71e5e843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bbdcc0821a408f" /><Relationship Type="http://schemas.openxmlformats.org/officeDocument/2006/relationships/image" Target="/ppt/media/image8.png" Id="R54fc864d300b4ec0" /><Relationship Type="http://schemas.openxmlformats.org/officeDocument/2006/relationships/notesSlide" Target="/ppt/notesSlides/notesSlide8.xml" Id="R14e6389e25c741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c09623d5849db" /><Relationship Type="http://schemas.openxmlformats.org/officeDocument/2006/relationships/image" Target="/ppt/media/image9.png" Id="R2b330799d72b4f18" /><Relationship Type="http://schemas.openxmlformats.org/officeDocument/2006/relationships/notesSlide" Target="/ppt/notesSlides/notesSlide9.xml" Id="R4665ea3d872e45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e7c5add6004ca6" /><Relationship Type="http://schemas.openxmlformats.org/officeDocument/2006/relationships/image" Target="/ppt/media/image10.png" Id="R1f727cc6d68847c4" /><Relationship Type="http://schemas.openxmlformats.org/officeDocument/2006/relationships/notesSlide" Target="/ppt/notesSlides/notesSlide10.xml" Id="Rbb7203aaf2f044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6eb455b4fe4edb" /><Relationship Type="http://schemas.openxmlformats.org/officeDocument/2006/relationships/image" Target="/ppt/media/image11.png" Id="R87dc6cd068f2453a" /><Relationship Type="http://schemas.openxmlformats.org/officeDocument/2006/relationships/notesSlide" Target="/ppt/notesSlides/notesSlide11.xml" Id="R54fa14f64e484e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a71cb0d094783" /><Relationship Type="http://schemas.openxmlformats.org/officeDocument/2006/relationships/image" Target="/ppt/media/image12.png" Id="R210a80fc48a64f30" /><Relationship Type="http://schemas.openxmlformats.org/officeDocument/2006/relationships/notesSlide" Target="/ppt/notesSlides/notesSlide12.xml" Id="R3c4bc4709b0047d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12FCF-77E5-4128-959C-C461B26223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a6aa21af2474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792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47779-F2D2-4D08-83A6-3933C076FF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18935762c428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1022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071B5-D72B-4CEE-B20F-6585A7DD4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e9a19ab0c463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728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C5A87-1288-42CC-BD45-AB250AA194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2344449814ed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0643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330E1-4BF1-47A1-95E7-A68F03EA38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a6c5bbf61471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473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1A9C7-F130-42D7-BF83-3413B89956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e81d7613e4c7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121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C0D5B-AD00-4958-961A-F6F81168CA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56e52f8fd436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201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9F54A-A8FB-4525-914D-97C9F89170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c864d300b4ec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046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164B6-105A-46A8-8B1C-618D5EF7D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30799d72b4f1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070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1C248-A5D2-42A4-8DFF-0EA689BB28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27cc6d68847c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602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29393-DA20-4204-9C91-BCF04DB6A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c6cd068f2453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4754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BC2E0-4605-4DB5-9212-FFE5F8ABCD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a80fc48a64f3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46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2026-10-26T02:43:04.6230000Z</dcterms:created>
  <dcterms:modified xsi:type="dcterms:W3CDTF">2026-10-26T02:43:04.6230000Z</dcterms:modified>
</coreProperties>
</file>