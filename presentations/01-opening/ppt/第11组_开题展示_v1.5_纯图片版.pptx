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8fb62d1a1b4c95" /><Relationship Type="http://schemas.openxmlformats.org/officeDocument/2006/relationships/extended-properties" Target="/docProps/app.xml" Id="R4efe4e3c85df4aec" /><Relationship Type="http://schemas.openxmlformats.org/officeDocument/2006/relationships/officeDocument" Target="/ppt/presentation.xml" Id="R3aebf1d336ea46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ebd16387084ec4"/>
  </p:sldMasterIdLst>
  <p:notesMasterIdLst>
    <p:notesMasterId xmlns:r="http://schemas.openxmlformats.org/officeDocument/2006/relationships" r:id="R69c780d6b5ef4a01"/>
  </p:notesMasterIdLst>
  <p:sldIdLst>
    <p:sldId xmlns:r="http://schemas.openxmlformats.org/officeDocument/2006/relationships" id="256" r:id="Rd758ce31bb9844d3"/>
    <p:sldId xmlns:r="http://schemas.openxmlformats.org/officeDocument/2006/relationships" id="257" r:id="R392f7d5441904dbb"/>
    <p:sldId xmlns:r="http://schemas.openxmlformats.org/officeDocument/2006/relationships" id="258" r:id="R9c390bcb534b4b38"/>
    <p:sldId xmlns:r="http://schemas.openxmlformats.org/officeDocument/2006/relationships" id="259" r:id="R09a6586ae5c74ff8"/>
    <p:sldId xmlns:r="http://schemas.openxmlformats.org/officeDocument/2006/relationships" id="260" r:id="Rcbbcb43c8ef84435"/>
    <p:sldId xmlns:r="http://schemas.openxmlformats.org/officeDocument/2006/relationships" id="261" r:id="R7458445b491a4b3c"/>
    <p:sldId xmlns:r="http://schemas.openxmlformats.org/officeDocument/2006/relationships" id="262" r:id="R1b0b637ec6ff4264"/>
    <p:sldId xmlns:r="http://schemas.openxmlformats.org/officeDocument/2006/relationships" id="263" r:id="Rdfeb5b68b8c042ae"/>
    <p:sldId xmlns:r="http://schemas.openxmlformats.org/officeDocument/2006/relationships" id="264" r:id="Rc62ae75c84ea45e5"/>
    <p:sldId xmlns:r="http://schemas.openxmlformats.org/officeDocument/2006/relationships" id="265" r:id="R668e9a2189b04b79"/>
    <p:sldId xmlns:r="http://schemas.openxmlformats.org/officeDocument/2006/relationships" id="266" r:id="Ra8d9d043392a4beb"/>
    <p:sldId xmlns:r="http://schemas.openxmlformats.org/officeDocument/2006/relationships" id="267" r:id="R48dcaba5605d44e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957e7b65da471a" /><Relationship Type="http://schemas.openxmlformats.org/officeDocument/2006/relationships/slideMaster" Target="/ppt/slideMasters/slideMaster1.xml" Id="Rd5ebd16387084ec4" /><Relationship Type="http://schemas.openxmlformats.org/officeDocument/2006/relationships/notesMaster" Target="/ppt/notesMasters/notesMaster1.xml" Id="R69c780d6b5ef4a01" /><Relationship Type="http://schemas.openxmlformats.org/officeDocument/2006/relationships/presProps" Target="/ppt/presProps.xml" Id="Rcacc90ffc3ce4252" /><Relationship Type="http://schemas.openxmlformats.org/officeDocument/2006/relationships/tableStyles" Target="/ppt/tableStyles.xml" Id="R9a59a2d9caec4ae2" /><Relationship Type="http://schemas.openxmlformats.org/officeDocument/2006/relationships/slide" Target="/ppt/slides/slide1.xml" Id="Rd758ce31bb9844d3" /><Relationship Type="http://schemas.openxmlformats.org/officeDocument/2006/relationships/slide" Target="/ppt/slides/slide2.xml" Id="R392f7d5441904dbb" /><Relationship Type="http://schemas.openxmlformats.org/officeDocument/2006/relationships/slide" Target="/ppt/slides/slide3.xml" Id="R9c390bcb534b4b38" /><Relationship Type="http://schemas.openxmlformats.org/officeDocument/2006/relationships/slide" Target="/ppt/slides/slide4.xml" Id="R09a6586ae5c74ff8" /><Relationship Type="http://schemas.openxmlformats.org/officeDocument/2006/relationships/slide" Target="/ppt/slides/slide5.xml" Id="Rcbbcb43c8ef84435" /><Relationship Type="http://schemas.openxmlformats.org/officeDocument/2006/relationships/slide" Target="/ppt/slides/slide6.xml" Id="R7458445b491a4b3c" /><Relationship Type="http://schemas.openxmlformats.org/officeDocument/2006/relationships/slide" Target="/ppt/slides/slide7.xml" Id="R1b0b637ec6ff4264" /><Relationship Type="http://schemas.openxmlformats.org/officeDocument/2006/relationships/slide" Target="/ppt/slides/slide8.xml" Id="Rdfeb5b68b8c042ae" /><Relationship Type="http://schemas.openxmlformats.org/officeDocument/2006/relationships/slide" Target="/ppt/slides/slide9.xml" Id="Rc62ae75c84ea45e5" /><Relationship Type="http://schemas.openxmlformats.org/officeDocument/2006/relationships/slide" Target="/ppt/slides/slide10.xml" Id="R668e9a2189b04b79" /><Relationship Type="http://schemas.openxmlformats.org/officeDocument/2006/relationships/slide" Target="/ppt/slides/slide11.xml" Id="Ra8d9d043392a4beb" /><Relationship Type="http://schemas.openxmlformats.org/officeDocument/2006/relationships/slide" Target="/ppt/slides/slide12.xml" Id="R48dcaba5605d44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aa57688d374a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a382acbd0e437e" /><Relationship Type="http://schemas.openxmlformats.org/officeDocument/2006/relationships/notesMaster" Target="/ppt/notesMasters/notesMaster1.xml" Id="Re6668994b2c849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8dad75e6274a50" /><Relationship Type="http://schemas.openxmlformats.org/officeDocument/2006/relationships/notesMaster" Target="/ppt/notesMasters/notesMaster1.xml" Id="R6df027642e004b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56844ed80c4c34" /><Relationship Type="http://schemas.openxmlformats.org/officeDocument/2006/relationships/notesMaster" Target="/ppt/notesMasters/notesMaster1.xml" Id="Rc9afed5947d84f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526c9777aa4de9" /><Relationship Type="http://schemas.openxmlformats.org/officeDocument/2006/relationships/notesMaster" Target="/ppt/notesMasters/notesMaster1.xml" Id="R6d5583427e9242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2799a323aa4952" /><Relationship Type="http://schemas.openxmlformats.org/officeDocument/2006/relationships/notesMaster" Target="/ppt/notesMasters/notesMaster1.xml" Id="R524cf43df0fb4a9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9918439a004c07" /><Relationship Type="http://schemas.openxmlformats.org/officeDocument/2006/relationships/notesMaster" Target="/ppt/notesMasters/notesMaster1.xml" Id="R957b68a287374f6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1198574dc24f6f" /><Relationship Type="http://schemas.openxmlformats.org/officeDocument/2006/relationships/notesMaster" Target="/ppt/notesMasters/notesMaster1.xml" Id="Rde2073df69f6420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711ab3cd0d940a2" /><Relationship Type="http://schemas.openxmlformats.org/officeDocument/2006/relationships/notesMaster" Target="/ppt/notesMasters/notesMaster1.xml" Id="R1d0c51b68f474ee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21de9f048ab4093" /><Relationship Type="http://schemas.openxmlformats.org/officeDocument/2006/relationships/notesMaster" Target="/ppt/notesMasters/notesMaster1.xml" Id="R4cb04a00cac7415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6fe567e9c3148f7" /><Relationship Type="http://schemas.openxmlformats.org/officeDocument/2006/relationships/notesMaster" Target="/ppt/notesMasters/notesMaster1.xml" Id="R8d53eeec2bf848c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569eef7bc604972" /><Relationship Type="http://schemas.openxmlformats.org/officeDocument/2006/relationships/notesMaster" Target="/ppt/notesMasters/notesMaster1.xml" Id="R054426cf765b427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26905fa391f4537" /><Relationship Type="http://schemas.openxmlformats.org/officeDocument/2006/relationships/notesMaster" Target="/ppt/notesMasters/notesMaster1.xml" Id="R41633fd67be243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，我是第11组的郭润航。我们选择的是产业大模型报告生成引擎：面向政府智库、产业规划和行业研究，把资料和数据按模板组织成规范、有出处、能够修改的产业报告。下面介绍要做哪些功能，以及我们怎样分阶段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选题面向政府智库、产业规划和行业研究。比如研究人员要写一份产业报告，常常要重新找资料、搭结构，还要手动对齐数字和图表。我们希望解决的是写得慢、结构不统一、数据和内容脱节这三个问题。系统按模板先生成能够核对的草稿，再由人修改和确认，形成完善的产业报告。这些痛点来自选题要求，后面还需要通过真实用户任务核实，不能把它当成已经做过调研的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老师《P4 项目计划与工作分解47页版》：第7、24、32、43页。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和内容怎样联动？看这个光伏例子：工信部公布的2024年组件产量增长13.5%，但组件价格下降29.7%，所以不能只看产量就写行业全面向好。右侧588GW是组件产量，278GW是新增装机，含义也不同。我们计划让报告中的数字和图表关联同一份数据记录，保留时间、单位和出处；写出的观点还要回到原文核对。这张图是人工整理的设计例子，不是系统已经自动生成的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工信部《2024年全国光伏制造行业运行情况》，2025-02-27。https://www.miit.gov.cn/gyhxxhb/jgsj/dzxxs/dzjc/art/2025/art_da51f7f47c75477ea1fa6732155536db.html</a:t>
            </a:r>
          </a:p>
          <a:p xmlns:a="http://schemas.openxmlformats.org/drawingml/2006/main">
            <a:r>
              <a:t>国家能源局《2024年可再生能源并网运行情况》。https://obor.nea.gov.cn/detail2/21770.html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围绕选题要求，我们把系统分成四块。第一是模板管理，提前规定一类报告应该有哪些章节、需要哪些内容。第二是长文本生成，先列提纲，再逐章填充，还要检查前后有没有重复或矛盾。第三是数据和证据，让数字能进入正文和图表，关键观点能找到原文，证据不够时提示补充。第四是成稿处理，支持公文风格润色、文件导出和历史版本。用户还可以调整产业主题、报告类型、章节和风格，这就是可定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图说明一份报告怎样做出来。先准备资料和数据，保留出处；再选报告模板、调整提纲；然后逐章生成，把对应数据和证据写进去。接着检查图表、数字和观点，统一语言风格，由人修改确认，最后导出并保存版本。结合老师讲的任务分解和上节课学长的Harness分享，我们用Harness来管理这些步骤：每一步完成就保存，某一章失败后能从那里继续。它服务于报告生成，报告的模板、内容和质量才是项目的重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老师《P4 项目计划与工作分解47页版》：第7、24、32、43页。</a:t>
            </a:r>
          </a:p>
          <a:p xmlns:a="http://schemas.openxmlformats.org/drawingml/2006/main">
            <a:r>
              <a:t>Anthropic, Effective harnesses for long-running agents. https://www.anthropic.com/research/effective-harnesses-for-long-running-agents</a:t>
            </a:r>
          </a:p>
          <a:p xmlns:a="http://schemas.openxmlformats.org/drawingml/2006/main">
            <a:r>
              <a:t>Anthropic, Building effective agents. https://www.anthropic.com/research/building-effective-agents</a:t>
            </a:r>
          </a:p>
          <a:p xmlns:a="http://schemas.openxmlformats.org/drawingml/2006/main">
            <a:r>
              <a:t>LangGraph, Persistence. https://docs.langchain.com/oss/python/langgraph/persistence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五类报告的区别主要体现在模板。产业分析看规模、产业链和趋势；景气报告看供需和价格变化；对标报告要求多个对象按相同指标比较；招商报告关注产业基础、目标企业和配套；出海研判关注目标市场、准入和风险。我们会按这五类设计模板体系，但本学期先用产业分析和对标两类跑通完整流程，再逐步扩展其他类型。验收时用两个产业检查复用，抽查关键表述的出处，检查数据入文、自动图表、润色修订和文件导出。不能只展示一个能写文字的聊天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老师《P4 项目计划与工作分解47页版》：第7、24、32、43页。</a:t>
            </a:r>
          </a:p>
          <a:p xmlns:a="http://schemas.openxmlformats.org/drawingml/2006/main">
            <a:r>
              <a:t>老师《P5 项目估算与进度管理》：第6、12、17—21、28页。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看整个学期的大概安排。每一行是一个阶段，从左到右是先推进主要工作，再完善，最后留出检查和展示的时间。开题前，我们先明确问题、范围和分工，检查计划书和PPT。接着用11月上旬确认需求、资料和接口，中旬把生成流程和页面接起来，月底集中联调，准备11月30日的中期展示。12月先完善恢复和导出，从12月7日起留三周做测试、修复和复测，再整理材料。课表把12月28日列为课程收尾，正式提交截止还以通知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课程介绍PDF文件顺序第47页（原页未印数字页码）《课时安排》：10月26日开题，11月30日中期，12月28日项目收尾、课程总结。该页未给正式终期提交截止。</a:t>
            </a:r>
          </a:p>
          <a:p xmlns:a="http://schemas.openxmlformats.org/drawingml/2006/main">
            <a:r>
              <a:t>文件：materials/course-slides/1.1 软件工程管理课程介绍(1).pdf</a:t>
            </a:r>
          </a:p>
          <a:p xmlns:a="http://schemas.openxmlformats.org/drawingml/2006/main">
            <a:r>
              <a:t>阶段内起止为本组暂排，见team/semester-timeline.json；不把计划当作已完成实绩。图条长度不表示实际天数。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个人仍按原分工推进。程文博统筹范围、进度和验收；田亦洁负责需求、模板规则和系统设计；崔大元整理资料、数据口径和来源；许子萌完成模板、分章生成和流程后端；李佳雨负责页面、审阅、图表展示和导出；我负责测试、部署和汇报。交接要讲清输入输出、失败情况和未完成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老师《P4 项目计划与工作分解47页版》：第7、24、32、43页。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用同一个GitHub仓库共同维护代码、报告和PPT源码。左边是组长提供的协作者列表。每个人在自己的分支修改，完成后提交PR，请其他成员检查，再由组长确认合并。比如模板规则变化，需求、生成代码和验收用例就要同步修改。这样可以查清每次变化，也能减少反复传文件造成的版本混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仓库：https://github.com/BrockPhlin/industry-report-harness</a:t>
            </a:r>
          </a:p>
          <a:p xmlns:a="http://schemas.openxmlformats.org/drawingml/2006/main">
            <a:r>
              <a:t>截图：组长于2026-10-26提供的GitHub Manage access页面，原图保存于assets/opening/github-collaborators.png。该图说明协作者权限，不直接证明个人贡献或分支保护已经设置。</a:t>
            </a:r>
          </a:p>
          <a:p xmlns:a="http://schemas.openxmlformats.org/drawingml/2006/main">
            <a:r>
              <a:t>协作流程为本组执行约定；现有合并成果可核对PR #5和#6。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发仍按这个顺序推进：先确认报告任务和资料，再确定模板与接口，然后实现分章生成和保存恢复，接上人工审阅与导出，最后联调。前端在需求明确后可以并行准备。上面的核心依赖链初估23个工作日，另留3天缓冲，这是安排开发先后的依据；第七页的学期计划还单独留了测试时间。具体日期和投入会随着需求验证继续调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老师《P4 项目计划与工作分解47页版》：第7、24、32、43页。</a:t>
            </a:r>
          </a:p>
          <a:p xmlns:a="http://schemas.openxmlformats.org/drawingml/2006/main">
            <a:r>
              <a:t>老师《P5 项目估算与进度管理》：第6、12、17—21、28页。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要风险也围绕报告质量来控制。模型失败，要能定位步骤并保留已有结果；数字、单位或出处对不上，就回原文核对，证据不足不能硬写结论。润色时还要防止把原意改掉。关键任务卡住就及时协调，优先跑通选模板到导出的完整流程。不同成员的修改通过分支和PR检查后再合并，问题和处理结果留下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报告§8的项目风险安排；具体执行结果按任务、PR与测试记录核对。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看当前基础。左边是现有原型的实际截图，现在可以保存资料、生成摘录、查看来源快照、保存历史并下载Markdown。这次截图没有调用模型，十八项通过的基线测试也用了模拟响应，所以它还不能代表完整的报告引擎。后面我们要把模板、长文本生成、数据图表、观点溯源、润色导出和版本管理接成完整流程，用实际报告检查效果。我们也会在不断摸索和验证的过程中，逐步形成自己的创新。谢谢老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老师《P5 项目估算与进度管理》：第6、12、17—21、28页。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c99446ce8d49b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89e7d08b1c40e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1d06ef816e412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abb4efd0b4409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199229d26c470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7e87f8d18549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73FFA72-1562-4904-B4B2-7D4741D860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43C8360-47B2-4175-A9D3-5899A8C41BF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5CF4D7D-DC8F-4AA5-8499-FBC81DF8B9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B7335C9-F40A-4F40-BDED-7BFDBD6AFB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5680D88-C360-430B-8AA2-2E72A3D48E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D164AD0-2FF1-417F-9573-834BB81818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39CC874-DC31-483A-9D35-9B8A1A57E98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286E7C7-9EE6-41FF-A497-BBB86784293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B5620DE-6E84-4B8F-BC4F-A93C479125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5FDFF26-2E00-46FA-9ED1-7276DD3B3B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7826c55ac84da8" /><Relationship Type="http://schemas.openxmlformats.org/officeDocument/2006/relationships/slideLayout" Target="/ppt/slideLayouts/slideLayout1.xml" Id="Re8e005283fdc44bd" /><Relationship Type="http://schemas.openxmlformats.org/officeDocument/2006/relationships/slideLayout" Target="/ppt/slideLayouts/slideLayout2.xml" Id="Rffe7988a980c4b07" /><Relationship Type="http://schemas.openxmlformats.org/officeDocument/2006/relationships/slideLayout" Target="/ppt/slideLayouts/slideLayout3.xml" Id="Raef12217f26e4bf7" /><Relationship Type="http://schemas.openxmlformats.org/officeDocument/2006/relationships/slideLayout" Target="/ppt/slideLayouts/slideLayout4.xml" Id="R5657759e11b946e1" /><Relationship Type="http://schemas.openxmlformats.org/officeDocument/2006/relationships/slideLayout" Target="/ppt/slideLayouts/slideLayout5.xml" Id="R5c133b9477604425" /><Relationship Type="http://schemas.openxmlformats.org/officeDocument/2006/relationships/slideLayout" Target="/ppt/slideLayouts/slideLayout6.xml" Id="R03fc2fb698ed47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e005283fdc44bd"/>
    <p:sldLayoutId xmlns:r="http://schemas.openxmlformats.org/officeDocument/2006/relationships" id="2147483650" r:id="Rffe7988a980c4b07"/>
    <p:sldLayoutId xmlns:r="http://schemas.openxmlformats.org/officeDocument/2006/relationships" id="2147483651" r:id="Raef12217f26e4bf7"/>
    <p:sldLayoutId xmlns:r="http://schemas.openxmlformats.org/officeDocument/2006/relationships" id="2147483652" r:id="R5657759e11b946e1"/>
    <p:sldLayoutId xmlns:r="http://schemas.openxmlformats.org/officeDocument/2006/relationships" id="2147483653" r:id="R5c133b9477604425"/>
    <p:sldLayoutId xmlns:r="http://schemas.openxmlformats.org/officeDocument/2006/relationships" id="2147483654" r:id="R03fc2fb698ed47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326e7238e24393" /><Relationship Type="http://schemas.openxmlformats.org/officeDocument/2006/relationships/image" Target="/ppt/media/image.png" Id="Rab12294d076b4c46" /><Relationship Type="http://schemas.openxmlformats.org/officeDocument/2006/relationships/notesSlide" Target="/ppt/notesSlides/notesSlide1.xml" Id="Rcfe654df5d954b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46befd8e974811" /><Relationship Type="http://schemas.openxmlformats.org/officeDocument/2006/relationships/image" Target="/ppt/media/image2.png" Id="R2c1c52e6048247af" /><Relationship Type="http://schemas.openxmlformats.org/officeDocument/2006/relationships/notesSlide" Target="/ppt/notesSlides/notesSlide2.xml" Id="Rbe7491378fc642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90043e302441ae" /><Relationship Type="http://schemas.openxmlformats.org/officeDocument/2006/relationships/image" Target="/ppt/media/image3.png" Id="R83a980c23ce94d00" /><Relationship Type="http://schemas.openxmlformats.org/officeDocument/2006/relationships/notesSlide" Target="/ppt/notesSlides/notesSlide3.xml" Id="R9aaddcbcb0634f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c1c31959014a6b" /><Relationship Type="http://schemas.openxmlformats.org/officeDocument/2006/relationships/image" Target="/ppt/media/image4.png" Id="Rcb31f620a12440a6" /><Relationship Type="http://schemas.openxmlformats.org/officeDocument/2006/relationships/notesSlide" Target="/ppt/notesSlides/notesSlide4.xml" Id="Rbfc53365a77442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7b72a88da845f6" /><Relationship Type="http://schemas.openxmlformats.org/officeDocument/2006/relationships/image" Target="/ppt/media/image5.png" Id="Rbf776ca05d2f4482" /><Relationship Type="http://schemas.openxmlformats.org/officeDocument/2006/relationships/notesSlide" Target="/ppt/notesSlides/notesSlide5.xml" Id="Re0f1796e2ae94e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a3aa4aaee94355" /><Relationship Type="http://schemas.openxmlformats.org/officeDocument/2006/relationships/image" Target="/ppt/media/image6.png" Id="R249cfa37976d49d7" /><Relationship Type="http://schemas.openxmlformats.org/officeDocument/2006/relationships/notesSlide" Target="/ppt/notesSlides/notesSlide6.xml" Id="R3e6ceba2ff7e45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f64ff8de5e4ea6" /><Relationship Type="http://schemas.openxmlformats.org/officeDocument/2006/relationships/image" Target="/ppt/media/image7.png" Id="R5e3893edb37944b2" /><Relationship Type="http://schemas.openxmlformats.org/officeDocument/2006/relationships/notesSlide" Target="/ppt/notesSlides/notesSlide7.xml" Id="Rabed36df0a2847d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f68e08181f4a1d" /><Relationship Type="http://schemas.openxmlformats.org/officeDocument/2006/relationships/image" Target="/ppt/media/image8.png" Id="R3d61f7b7acf54466" /><Relationship Type="http://schemas.openxmlformats.org/officeDocument/2006/relationships/notesSlide" Target="/ppt/notesSlides/notesSlide8.xml" Id="R8582c29cba44430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8a1eba7ca9406f" /><Relationship Type="http://schemas.openxmlformats.org/officeDocument/2006/relationships/image" Target="/ppt/media/image9.png" Id="R453adca0341947dd" /><Relationship Type="http://schemas.openxmlformats.org/officeDocument/2006/relationships/notesSlide" Target="/ppt/notesSlides/notesSlide9.xml" Id="Rfc8d62dd7024448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f26e1c019e45cb" /><Relationship Type="http://schemas.openxmlformats.org/officeDocument/2006/relationships/image" Target="/ppt/media/image10.png" Id="Re3639adca9474479" /><Relationship Type="http://schemas.openxmlformats.org/officeDocument/2006/relationships/notesSlide" Target="/ppt/notesSlides/notesSlide10.xml" Id="R38b2ef917da9476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cef6402471469d" /><Relationship Type="http://schemas.openxmlformats.org/officeDocument/2006/relationships/image" Target="/ppt/media/image11.png" Id="R6ae06be8a58c4b7b" /><Relationship Type="http://schemas.openxmlformats.org/officeDocument/2006/relationships/notesSlide" Target="/ppt/notesSlides/notesSlide11.xml" Id="Rc6b7444f174143a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2abdffd50c4517" /><Relationship Type="http://schemas.openxmlformats.org/officeDocument/2006/relationships/image" Target="/ppt/media/image12.png" Id="R450e8c287d5a4f65" /><Relationship Type="http://schemas.openxmlformats.org/officeDocument/2006/relationships/notesSlide" Target="/ppt/notesSlides/notesSlide12.xml" Id="Rade48baef13b463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D2575F-D07C-487C-9F84-9348F577F4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12294d076b4c4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1842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10E6C1-E7FF-4ED3-8F78-F056BCBE9F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1c52e6048247a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4949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066871-119E-4FBC-8BEB-2F3241E524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a980c23ce94d0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41175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A14362-BF8E-449A-B826-742EB6E1EA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31f620a12440a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94358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ED2699-1E6E-4459-B424-9A7007CB29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776ca05d2f448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29338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4A0AC2-8DD8-4870-BC2D-EF8E7D85E0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9cfa37976d49d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98473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12CCD1-09AC-417A-8C74-D3E9194C20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3893edb37944b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18374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DCF9F6-82A5-4100-B5C4-CD4A1AABF1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61f7b7acf5446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98685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96A6FF-24A8-446D-8A96-0F879193D7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3adca0341947d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48722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6554F1-47D9-436D-9332-8D64A3E7F7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639adca947447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36746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5C36E4-8982-46D2-AC3D-176D7D0CE9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e06be8a58c4b7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7916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10DFED-CBDC-4EED-9E34-D30FB654AC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0e8c287d5a4f6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883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2026-10-26T02:11:17.9430000Z</dcterms:created>
  <dcterms:modified xsi:type="dcterms:W3CDTF">2026-10-26T02:11:17.9430000Z</dcterms:modified>
</coreProperties>
</file>