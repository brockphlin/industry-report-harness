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cf4e0dfa704eb3" /><Relationship Type="http://schemas.openxmlformats.org/officeDocument/2006/relationships/extended-properties" Target="/docProps/app.xml" Id="R5edeee3a40b84acf" /><Relationship Type="http://schemas.openxmlformats.org/officeDocument/2006/relationships/officeDocument" Target="/ppt/presentation.xml" Id="R47eb7ea3035247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97a4200fe0413f"/>
  </p:sldMasterIdLst>
  <p:notesMasterIdLst>
    <p:notesMasterId xmlns:r="http://schemas.openxmlformats.org/officeDocument/2006/relationships" r:id="Rc4a8be0b95f042c3"/>
  </p:notesMasterIdLst>
  <p:sldIdLst>
    <p:sldId xmlns:r="http://schemas.openxmlformats.org/officeDocument/2006/relationships" id="256" r:id="R740f69bda1c54798"/>
    <p:sldId xmlns:r="http://schemas.openxmlformats.org/officeDocument/2006/relationships" id="257" r:id="R5908c232ef014bd4"/>
    <p:sldId xmlns:r="http://schemas.openxmlformats.org/officeDocument/2006/relationships" id="258" r:id="R9339a844d7f54475"/>
    <p:sldId xmlns:r="http://schemas.openxmlformats.org/officeDocument/2006/relationships" id="259" r:id="R57df77cb930d4d12"/>
    <p:sldId xmlns:r="http://schemas.openxmlformats.org/officeDocument/2006/relationships" id="260" r:id="Ra4b20493936e4568"/>
    <p:sldId xmlns:r="http://schemas.openxmlformats.org/officeDocument/2006/relationships" id="261" r:id="R8024fb9ed6f24b16"/>
    <p:sldId xmlns:r="http://schemas.openxmlformats.org/officeDocument/2006/relationships" id="262" r:id="Rdc075d6bcf6f4bf2"/>
    <p:sldId xmlns:r="http://schemas.openxmlformats.org/officeDocument/2006/relationships" id="263" r:id="R486cdb1cde96499e"/>
    <p:sldId xmlns:r="http://schemas.openxmlformats.org/officeDocument/2006/relationships" id="264" r:id="Ra2366fa5d1224de2"/>
    <p:sldId xmlns:r="http://schemas.openxmlformats.org/officeDocument/2006/relationships" id="265" r:id="Rc971ea69bd644ce9"/>
    <p:sldId xmlns:r="http://schemas.openxmlformats.org/officeDocument/2006/relationships" id="266" r:id="Rfd9cd902737f4847"/>
    <p:sldId xmlns:r="http://schemas.openxmlformats.org/officeDocument/2006/relationships" id="267" r:id="Rdd831ba37b7948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4f1c25a08b4f26" /><Relationship Type="http://schemas.openxmlformats.org/officeDocument/2006/relationships/slideMaster" Target="/ppt/slideMasters/slideMaster1.xml" Id="Reb97a4200fe0413f" /><Relationship Type="http://schemas.openxmlformats.org/officeDocument/2006/relationships/notesMaster" Target="/ppt/notesMasters/notesMaster1.xml" Id="Rc4a8be0b95f042c3" /><Relationship Type="http://schemas.openxmlformats.org/officeDocument/2006/relationships/presProps" Target="/ppt/presProps.xml" Id="R109f610f1c0b4feb" /><Relationship Type="http://schemas.openxmlformats.org/officeDocument/2006/relationships/tableStyles" Target="/ppt/tableStyles.xml" Id="Rd3a800311ddd45cc" /><Relationship Type="http://schemas.openxmlformats.org/officeDocument/2006/relationships/slide" Target="/ppt/slides/slide1.xml" Id="R740f69bda1c54798" /><Relationship Type="http://schemas.openxmlformats.org/officeDocument/2006/relationships/slide" Target="/ppt/slides/slide2.xml" Id="R5908c232ef014bd4" /><Relationship Type="http://schemas.openxmlformats.org/officeDocument/2006/relationships/slide" Target="/ppt/slides/slide3.xml" Id="R9339a844d7f54475" /><Relationship Type="http://schemas.openxmlformats.org/officeDocument/2006/relationships/slide" Target="/ppt/slides/slide4.xml" Id="R57df77cb930d4d12" /><Relationship Type="http://schemas.openxmlformats.org/officeDocument/2006/relationships/slide" Target="/ppt/slides/slide5.xml" Id="Ra4b20493936e4568" /><Relationship Type="http://schemas.openxmlformats.org/officeDocument/2006/relationships/slide" Target="/ppt/slides/slide6.xml" Id="R8024fb9ed6f24b16" /><Relationship Type="http://schemas.openxmlformats.org/officeDocument/2006/relationships/slide" Target="/ppt/slides/slide7.xml" Id="Rdc075d6bcf6f4bf2" /><Relationship Type="http://schemas.openxmlformats.org/officeDocument/2006/relationships/slide" Target="/ppt/slides/slide8.xml" Id="R486cdb1cde96499e" /><Relationship Type="http://schemas.openxmlformats.org/officeDocument/2006/relationships/slide" Target="/ppt/slides/slide9.xml" Id="Ra2366fa5d1224de2" /><Relationship Type="http://schemas.openxmlformats.org/officeDocument/2006/relationships/slide" Target="/ppt/slides/slide10.xml" Id="Rc971ea69bd644ce9" /><Relationship Type="http://schemas.openxmlformats.org/officeDocument/2006/relationships/slide" Target="/ppt/slides/slide11.xml" Id="Rfd9cd902737f4847" /><Relationship Type="http://schemas.openxmlformats.org/officeDocument/2006/relationships/slide" Target="/ppt/slides/slide12.xml" Id="Rdd831ba37b7948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318b2ceaa04b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4e0c0953342c8" /><Relationship Type="http://schemas.openxmlformats.org/officeDocument/2006/relationships/notesMaster" Target="/ppt/notesMasters/notesMaster1.xml" Id="R60dbb4baa33341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14c7203f374c73" /><Relationship Type="http://schemas.openxmlformats.org/officeDocument/2006/relationships/notesMaster" Target="/ppt/notesMasters/notesMaster1.xml" Id="Rdcd518f25e5448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3cd711a2140be" /><Relationship Type="http://schemas.openxmlformats.org/officeDocument/2006/relationships/notesMaster" Target="/ppt/notesMasters/notesMaster1.xml" Id="R9c4e5c5982f3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4632579f8c47ce" /><Relationship Type="http://schemas.openxmlformats.org/officeDocument/2006/relationships/notesMaster" Target="/ppt/notesMasters/notesMaster1.xml" Id="R332cb1990d3f4a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585bfdeb164302" /><Relationship Type="http://schemas.openxmlformats.org/officeDocument/2006/relationships/notesMaster" Target="/ppt/notesMasters/notesMaster1.xml" Id="R4c35e59fc8314a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6e48b410c14a72" /><Relationship Type="http://schemas.openxmlformats.org/officeDocument/2006/relationships/notesMaster" Target="/ppt/notesMasters/notesMaster1.xml" Id="R23210398bd5a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6e036a33b446db" /><Relationship Type="http://schemas.openxmlformats.org/officeDocument/2006/relationships/notesMaster" Target="/ppt/notesMasters/notesMaster1.xml" Id="R4d359293b01243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f7224e355e4e49" /><Relationship Type="http://schemas.openxmlformats.org/officeDocument/2006/relationships/notesMaster" Target="/ppt/notesMasters/notesMaster1.xml" Id="Ra0c81bc0126c44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0f45968b984219" /><Relationship Type="http://schemas.openxmlformats.org/officeDocument/2006/relationships/notesMaster" Target="/ppt/notesMasters/notesMaster1.xml" Id="Ra267d6d3c03343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af9c37adea42d7" /><Relationship Type="http://schemas.openxmlformats.org/officeDocument/2006/relationships/notesMaster" Target="/ppt/notesMasters/notesMaster1.xml" Id="R7139f024f81e40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cf55837ba54450" /><Relationship Type="http://schemas.openxmlformats.org/officeDocument/2006/relationships/notesMaster" Target="/ppt/notesMasters/notesMaster1.xml" Id="R69718301ad774d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fc3dbc86a94698" /><Relationship Type="http://schemas.openxmlformats.org/officeDocument/2006/relationships/notesMaster" Target="/ppt/notesMasters/notesMaster1.xml" Id="R354bf0b569a7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大家好，我是第11组的郭润航。我们要把分散的产业资料整理成有出处、方便修改的报告草稿。下面介绍系统怎么做，以及六个人怎样共同维护。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把使用者定在学生和研究助理。比如写一份产业调研，往往先找很多资料，再重新搭提纲，最后还要逐个核对数字的出处。我们想减少这些重复整理工作，让人把时间花在分析上。这里说的是我们目前的需求假设，还没有做真实访谈。系统会允许更换产业主题和报告模板，所以不是只做光伏；光伏只是我们用来说明和验证功能的一个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一个具体例子。左图是工信部公布的2024年数据：光伏组件产量比上一年增长13.5%，但组件价格下降29.7%。所以不能看到产量增长，就直接写成整个行业都在变好。右边的两个数字也不能混：588GW是组件产量，278GW是新增装机，分别是制造了多少、又新增用了多少。我们的系统要把时间、单位和出处一起保留下来，让写报告的人能回到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的操作分四步：录入资料、选模板、生成草稿，最后由人核对和导出。左边是我们现有原型实际生成的摘录。现在已经能保存资料、选来源、保存历史，也能下载Markdown这种文本格式。要说明的是，这张图用的是摘录模式，没有调用模型，所以不能把它当成AI写报告的效果。接下来才补模板、分章生成、人工修改和PDF或Word导出，最终让整条流程真正跑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这个词可以理解为围着AI的一套执行安排。老师讲项目管理时强调先拆任务、再检查进展；结合上节课学长的分享，我们也把生成报告分成几个小步骤。比如第一章已经写好，第二章突然失败，如果只做一次大请求，就很难知道从哪里接着做。我们计划每完成一章就保存内容和状态，修复后从第二章继续。如果资料或模板换了，要重新判断哪些内容还能复用。另外，超时不一定代表没扣费，结果不明确时先由人确认，达到预算也要停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怎样判断做完了？我们不只看能不能生成一段文字。第一，要能换模板和产业；第二，关键表述能查出处，修改前后的版本能保留；第三，要真的制造一次章节失败，看看能不能继续；第四，图表、中文和分页要能正常导出；最后，换一个环境也要能按说明运行。我们先用光伏和新能源汽车两类资料验证，避免只在一个准备好的例子里跑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具体分工是：程文博统筹协调，控制范围和进度；田亦洁负责需求与设计，先把接口和验收条件说明白；崔大元整理资料和来源；许子萌做生成流程与恢复；李佳雨把这些能力接到页面上，完成修改和导出；我负责测试、部署和汇报。交接不是把文件发过去就结束，而是要让下一位成员知道怎么调用、哪里会出错，以及什么还没做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之外，我们也要有共同维护的方式。这就是我们的GitHub仓库，左边是组长提供的协作者列表，五个协作者加上仓库所有者，六个人都有共同维护的入口。以后按分工在各自分支修改，完成后提交PR，也就是请其他成员检查这次改动。检查代码和材料是否一致、测试是否通过，再由组长确认合并，其他人同步最新版本。代码、报告和PPT源码都放在这里，谁改了什么、为什么改，也能回头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开发顺序就可以了。先确认需求和资料，再确定模板和接口，然后做分章与恢复，接着完成审阅导出，最后把各部分连起来测试。上面这条需要依次完成的路线，加起来是23个工作日，再留3天处理问题。下面的前端页面可以在需求确定后并行做，不需要一直等到后端全部写完，但要在审阅导出接入前准备好。这里算的是核心开发流程，整个学期还要另留终期前三周做系统测试；这条依赖路线用来安排开发先后，第七页则说明按月推进的阶段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金预算建议控制在200元以内，其中160元用于模型试验，40元应急。这是计划，不是已经花掉的钱。遇到问题，我们先处理三件事：调用中断就保存进度，费用状态不明时先核对；数字或出处对不上就回原文查，不能直接写进结论；核心任务延期，就由组长协调，先保证必须交付的功能，而不是继续加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我们会把实际做出的东西作为进度依据。目前原型可以运行，十八项基线测试已经通过；涉及模型的测试用的是模拟响应，还需要真实联调。之后重点检查换产业能否复用、出错能否恢复、报告能否正常导出。每周大家一起看交出了什么、卡在哪里，再调整计划。AI可以帮助整理、起草和写重复代码，但资料是否支持结论、系统是否真正可用，必须由我们自己核对。我们的介绍到这里，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128da79b2c46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a9fe9e5ce4c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93f13bd684e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b9470667840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0ef1d92d74a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6c66f7a4343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76C82C-9C37-4C2B-A181-49246E6F4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3762F7-B77A-4E09-9CC3-4D92D03196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855326-A87D-452F-B555-ECE51436B5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FCE79C-A6E5-4874-9B6D-3D92652D21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298EFD-3BD2-4CB8-BAAA-377E4FD84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279FE7-F8CA-4FC3-8EED-8E47F7800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9775C6-68A7-4486-A11F-869740359C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160440-4FBB-45D8-BF9B-0F0643DC06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3FAEA7-0DF4-4BDD-AAB1-42888B3974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AFE1FA-F2A1-4957-B0BB-F5C569695F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384bb4def347c8" /><Relationship Type="http://schemas.openxmlformats.org/officeDocument/2006/relationships/slideLayout" Target="/ppt/slideLayouts/slideLayout1.xml" Id="Ra0dc29f2355b477b" /><Relationship Type="http://schemas.openxmlformats.org/officeDocument/2006/relationships/slideLayout" Target="/ppt/slideLayouts/slideLayout2.xml" Id="Rd510a88f434b490f" /><Relationship Type="http://schemas.openxmlformats.org/officeDocument/2006/relationships/slideLayout" Target="/ppt/slideLayouts/slideLayout3.xml" Id="R1417a534681b4bdd" /><Relationship Type="http://schemas.openxmlformats.org/officeDocument/2006/relationships/slideLayout" Target="/ppt/slideLayouts/slideLayout4.xml" Id="Rf82aaec77ff64a02" /><Relationship Type="http://schemas.openxmlformats.org/officeDocument/2006/relationships/slideLayout" Target="/ppt/slideLayouts/slideLayout5.xml" Id="R24f9374a43a84058" /><Relationship Type="http://schemas.openxmlformats.org/officeDocument/2006/relationships/slideLayout" Target="/ppt/slideLayouts/slideLayout6.xml" Id="R5fb6056f934941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c29f2355b477b"/>
    <p:sldLayoutId xmlns:r="http://schemas.openxmlformats.org/officeDocument/2006/relationships" id="2147483650" r:id="Rd510a88f434b490f"/>
    <p:sldLayoutId xmlns:r="http://schemas.openxmlformats.org/officeDocument/2006/relationships" id="2147483651" r:id="R1417a534681b4bdd"/>
    <p:sldLayoutId xmlns:r="http://schemas.openxmlformats.org/officeDocument/2006/relationships" id="2147483652" r:id="Rf82aaec77ff64a02"/>
    <p:sldLayoutId xmlns:r="http://schemas.openxmlformats.org/officeDocument/2006/relationships" id="2147483653" r:id="R24f9374a43a84058"/>
    <p:sldLayoutId xmlns:r="http://schemas.openxmlformats.org/officeDocument/2006/relationships" id="2147483654" r:id="R5fb6056f934941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96e6822b34288" /><Relationship Type="http://schemas.openxmlformats.org/officeDocument/2006/relationships/image" Target="/ppt/media/image.png" Id="R9f2fd57b6a464ede" /><Relationship Type="http://schemas.openxmlformats.org/officeDocument/2006/relationships/notesSlide" Target="/ppt/notesSlides/notesSlide1.xml" Id="R9a9e5a4f70714f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d88969dfd4f3e" /><Relationship Type="http://schemas.openxmlformats.org/officeDocument/2006/relationships/image" Target="/ppt/media/image2.png" Id="R78dbfb7a03504387" /><Relationship Type="http://schemas.openxmlformats.org/officeDocument/2006/relationships/notesSlide" Target="/ppt/notesSlides/notesSlide2.xml" Id="Rce23a3cc727148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963708c1047d5" /><Relationship Type="http://schemas.openxmlformats.org/officeDocument/2006/relationships/image" Target="/ppt/media/image3.png" Id="R64ad2c72912940ad" /><Relationship Type="http://schemas.openxmlformats.org/officeDocument/2006/relationships/chart" Target="/ppt/slides/charts/chart1.xml" Id="R4c40fa8151054647" /><Relationship Type="http://schemas.openxmlformats.org/officeDocument/2006/relationships/notesSlide" Target="/ppt/notesSlides/notesSlide3.xml" Id="Red54df37a53848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ab697fee447ba" /><Relationship Type="http://schemas.openxmlformats.org/officeDocument/2006/relationships/image" Target="/ppt/media/image4.png" Id="R13d3bcea4cf342d4" /><Relationship Type="http://schemas.openxmlformats.org/officeDocument/2006/relationships/image" Target="/ppt/media/image5.png" Id="Rdce2185684d74337" /><Relationship Type="http://schemas.openxmlformats.org/officeDocument/2006/relationships/notesSlide" Target="/ppt/notesSlides/notesSlide4.xml" Id="R94d80294da07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0a9fdf4be40b0" /><Relationship Type="http://schemas.openxmlformats.org/officeDocument/2006/relationships/image" Target="/ppt/media/image6.png" Id="Rf97400045cb94f52" /><Relationship Type="http://schemas.openxmlformats.org/officeDocument/2006/relationships/notesSlide" Target="/ppt/notesSlides/notesSlide5.xml" Id="R2ba2dc73b08a44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3ca53906d4fb7" /><Relationship Type="http://schemas.openxmlformats.org/officeDocument/2006/relationships/image" Target="/ppt/media/image7.png" Id="R60903f53cfdd487b" /><Relationship Type="http://schemas.openxmlformats.org/officeDocument/2006/relationships/notesSlide" Target="/ppt/notesSlides/notesSlide6.xml" Id="R3b1f522e399847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9436eb1ba4b94" /><Relationship Type="http://schemas.openxmlformats.org/officeDocument/2006/relationships/image" Target="/ppt/media/image8.png" Id="R6b20e95b52a6440e" /><Relationship Type="http://schemas.openxmlformats.org/officeDocument/2006/relationships/notesSlide" Target="/ppt/notesSlides/notesSlide7.xml" Id="R2946e8d0d9f44d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7bf2c4bb34434" /><Relationship Type="http://schemas.openxmlformats.org/officeDocument/2006/relationships/image" Target="/ppt/media/image9.png" Id="Rea1ee0ad4534443f" /><Relationship Type="http://schemas.openxmlformats.org/officeDocument/2006/relationships/notesSlide" Target="/ppt/notesSlides/notesSlide8.xml" Id="R042d736ea94741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0cb45c1414c18" /><Relationship Type="http://schemas.openxmlformats.org/officeDocument/2006/relationships/image" Target="/ppt/media/image10.png" Id="R89c1c36394524cd5" /><Relationship Type="http://schemas.openxmlformats.org/officeDocument/2006/relationships/image" Target="/ppt/media/image11.png" Id="Rdb423509e71941eb" /><Relationship Type="http://schemas.openxmlformats.org/officeDocument/2006/relationships/notesSlide" Target="/ppt/notesSlides/notesSlide9.xml" Id="Rc232ec9d1fc04f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5d8c9fe7a49cb" /><Relationship Type="http://schemas.openxmlformats.org/officeDocument/2006/relationships/image" Target="/ppt/media/image12.png" Id="R37bfb9a344744915" /><Relationship Type="http://schemas.openxmlformats.org/officeDocument/2006/relationships/notesSlide" Target="/ppt/notesSlides/notesSlide10.xml" Id="Rf14efa129ae145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0b0da5c344887" /><Relationship Type="http://schemas.openxmlformats.org/officeDocument/2006/relationships/image" Target="/ppt/media/image13.png" Id="R435fd954df4146fb" /><Relationship Type="http://schemas.openxmlformats.org/officeDocument/2006/relationships/notesSlide" Target="/ppt/notesSlides/notesSlide11.xml" Id="Rea95d6b2ce7844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32f0ce4154de0" /><Relationship Type="http://schemas.openxmlformats.org/officeDocument/2006/relationships/image" Target="/ppt/media/image14.png" Id="R0819436427804c31" /><Relationship Type="http://schemas.openxmlformats.org/officeDocument/2006/relationships/notesSlide" Target="/ppt/notesSlides/notesSlide12.xml" Id="Rb4aea0b8a4c545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B7DC4-46A5-4747-80EA-4D81620B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9F1A7-05CF-4579-B8EE-D4A57B73E7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fd57b6a464ede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3C51F-20FA-4427-82F3-9FAD52C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574F3-53A8-4FDC-93A2-DE371EC9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整理产业资料，生成有出处的报告草稿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43796-7B07-40F6-AB4E-50B878F4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05215-8949-4FF7-9CB5-4E886B4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D29A1-B4A8-4447-897D-F4DAC4A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A173A-CF8F-498B-A47E-AE5804E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908CE-3160-4C9A-8819-89B388B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3110F-41FD-4527-85C9-2BDF83A9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931309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41E6F-10A3-4729-9BB7-907DD884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谁会用？主要帮他们做什么？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DA1C5-BDAA-468D-82B0-2740EE13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89087-4DE5-4FA0-AB94-762CB99D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面向写课程调研、整理产业信息的学生和研究助理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D434A-792A-4EBA-928F-AF665587F2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bfb7a0350438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F5A01-7548-4DAF-8317-8B5DD97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写报告时，时间常花在哪里？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24777-1F71-4098-9E47-B0EDBAF7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找资料：原文分散在不同网站和文件里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60055-D634-4367-9918-4E205D41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搭结构：每次都要重新列提纲、整理章节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76C8C-A514-4A17-A95C-D7F620F4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查出处：看到一个数字，要能找到它来自哪里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F36A3-F11B-4899-B07A-252498B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我们的目标：先生成可核对的草稿，再由人修改和确认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6E568-90B7-4EF8-83B3-CB88D97C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需求假设将在开题后通过真实用户任务核实。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1CAAB-592A-45B3-B720-C8ACC2DB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84B16-7617-43C9-BFB7-5B32F19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565801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1F9A2-AAA7-4B32-A38C-EE925EA3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8E29E-D6D8-479D-8B85-2056A706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510D1-53AE-45CB-A104-7A90EA7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5E6E7-C339-487B-BE10-990C959FF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d2c72912940ad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49E99-8401-4A07-BEA5-3712C32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923982D-B6CF-4A19-B40D-4B9A0041D180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40fa815105464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B868E-CF4C-4CBE-AA81-F36AAA22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FCECD-4CB6-4FBF-8CC9-536F9DD1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E073E-8342-46B2-8590-8A392BB9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25433-F5E7-4407-88CD-0923ED1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9967C-9B70-42DB-9852-CBD17C0A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2F963-9208-4902-B00D-4E95C113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82F1A-74BC-4C8C-A554-E6E3857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036302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3B51F-0372-4A4A-BADC-C17E9A62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系统怎样用？目前做到哪一步？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80F20-0F92-45EA-85F2-799C7787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871C7-67CA-473E-AD83-B75349E2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录入资料 → 选择模板 → 生成草稿 → 人工核对后导出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ADD16-098F-4C24-9E73-171DD612C6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3bcea4cf342d4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6C965-83F2-42AF-9119-A7E848D124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2185684d74337"/>
          <a:stretch xmlns:a="http://schemas.openxmlformats.org/drawingml/2006/main"/>
        </p:blipFill>
        <p:spPr>
          <a:xfrm xmlns:a="http://schemas.openxmlformats.org/drawingml/2006/main">
            <a:off x="666750" y="2156034"/>
            <a:ext cx="5191125" cy="33079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F355F-1D07-4974-83D1-8534032F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954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已经能做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9EF3C-29FF-443D-963C-85ADC490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5095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保存资料、选择来源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生成摘录、查看原文快照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保存历史、下载 Markdown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A4F4E-93C9-4339-BBA3-4EA9B476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529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接下来要做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700EF-CC83-485C-A048-6CF507B5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67275"/>
            <a:ext cx="5095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按模板分章生成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核对引用、修改内容、正式导出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16821-0221-4405-972C-92267A65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D543B-B1CC-49F0-8A6E-050FAD2A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934268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EBF6A-7720-4946-8978-E9F27A1D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Harness：给AI任务安排步骤、保存进度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1A388-93D9-4A9B-B04E-50A83A8B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DA34B-C00E-4FBD-8744-9CB27085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结合上节课学长的分享，我们把长报告拆成可以接着做的小任务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06372-BC27-4F09-BEE6-CCB48C9A6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400045cb94f52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3890D-49D3-4DB2-BF0A-6DDEF54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DCFBD-443D-44E3-A897-470805DF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822A3-DE2D-43B2-A53C-ACB624A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FD83D-1B8A-474F-AA51-F652D41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选资料和模板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967CB-504D-4805-AED3-64EDF5EA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先确定这次用什么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2A377-C80B-4A2E-A9C0-E7F3609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80899-2F46-4CBD-9F8F-441E1E74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分章写报告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52915-E1C3-4ECF-8DD3-33BAA7CB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每完成一章就保存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80B5A-561F-4FAE-9743-2C603DB4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9A6E8-E724-4D8E-A700-F2B2A934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核对后导出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FDC10-55CA-4C94-98F4-057CDD7C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查出处、人工修改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F1608-18A8-4F49-84AF-05DC3140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99CBD-5A3F-44E6-BACF-3A081B87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14C8E-D3FA-419D-8B79-71DBE958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AF699-DC9B-4D3E-B458-F4C14F14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第1章：写好了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E03D2-E6EB-47DF-9AC6-3261D8D1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保留已经完成的内容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1A76B-5C8B-46BA-936E-14B1ECD6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4503F-C0A6-4D83-87BF-7B8F14E1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第2章：中断了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DF8AC-2F3A-4985-8209-38CF30C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修好后从这里继续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D33F1-013C-4556-8278-63D47EF7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06460-4166-4EC0-BDEA-51B39E9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第3章：还没写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9CF14-AB34-4DF8-9F76-0D24C740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等前面完成后再写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683520-B336-4F2F-A6C7-4450C4F1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目标：中途出错，也能接着做；花到预算上限，就停下来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50BD1-AFB1-4671-A3E1-813A616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这是计划实现的能力；技术参考：Anthropic官方文章、LangGraph持久化文档。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8A124-B5F7-485C-8E2E-540C6B2E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7C61E-D7CA-47E2-BAFB-50359E97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221693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184B5-D01D-4B39-879D-5B9C40C1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本学期做到什么程度，才算完成？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B25BA-E2EA-4CC8-8B85-D87F2FDE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19755-AD95-468E-8CE1-149342E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把目标写成能实际检查的条件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BD9C5-2ED9-44E1-9588-21F580DF2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03f53cfdd487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437CA-F7F9-40F8-9C06-01C04D21AC0A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8965"/>
                <a:gridCol w="7709535"/>
              </a:tblGrid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要交付的能力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怎么检查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更换产业和模板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两种模板；两个产业各用至少3份公开资料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草稿能查出处、能修改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每份抽查至少5条关键表述，保留修改前后版本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出错后能继续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人为让一章失败，确认成功内容保留并能接着写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报告能正式导出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至少1种带单位和出处的图表，中文与分页可读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换台环境也能运行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按说明启动，完成资料录入到报告导出的流程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436CC-205A-4437-8110-419AA285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系统保持通用；先用光伏、新能源汽车资料验证。以上是学期目标。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A2359-BAD7-4037-BC8F-FFC2F23D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73A6B-10A6-4E7D-A143-A63D7FA1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825552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E1B62C-89F5-40BE-A0C9-9ECE5E4F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学期时间安排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DCCB2-1650-4AD5-8ABB-4EE9062D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14550-F990-4AC2-A373-1B4A636D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开题前定方向，11月跑通流程，12月完善、测试和交付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D7C93-D0E4-4F22-ACFC-6C461C3B5B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0e95b52a6440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DC851-4E48-478D-A289-C967BDC2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首轮推进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1F570-003B-480E-9A67-1F0BC313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二轮完善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65644-10DE-4592-886B-30CCFD87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检查与展示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368D9-4A4C-433D-A7D4-4E952F42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24E28-67A2-40A1-A08A-A2F87687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9C30E-67D4-4891-A00A-EF4D45E0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10月中下旬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4841D-05C4-479B-BC9F-26870F8D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问题、范围与分工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2E925-18D0-4B58-A2F4-D978EA5F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46E0D-243D-4445-A8FA-0C13443F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10.24—10.25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A44E2-9E59-46C4-8407-E7A07F9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计划书、PPT检查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08D22-B1FE-40EC-B942-1A4BAAE4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9F2B5-7333-47CE-8CDB-5A2F0DE2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362B8-6BBC-4528-80D2-D4998398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4B8FD-5EFF-4F83-94E9-75CD47A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中期版本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B2149-4520-4350-8966-E4778FC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ABD4B-1EF5-4634-98DD-8CA7BDC6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10.27—11.08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2C5F8-D51C-4B64-BCFA-C10B3C4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需求、资料与接口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07ED0-9A60-40F2-B709-2D501CAA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C1102-EF45-4537-BB66-9FE07E3E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11.09—11.22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987DA-12DB-40D9-A3EF-A95FA279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生成流程、页面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B85B2-3131-4A80-BD32-3F023A12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93E62-3FAA-448F-BC8C-1164354C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11.23—11.30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BE5C2-5737-4702-9EF6-F2B4D297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909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联调修复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11.30中期展示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1C4B45-F2A7-4E95-92C6-A4353234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后期完善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93457-2A3E-470B-BC9F-F13A50CC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15424-24F6-4D8F-9E4D-11F51065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12.01—12.06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062AD-B801-4943-A00A-3394180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完善恢复与导出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6A483-BC91-4B3C-BC60-0699EABC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743E8-9B7F-4B8C-AC12-AD44E43E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12.07—12.20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137199-502B-437F-AB3B-52ED0617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系统测试、修复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CC8043-96CB-4E48-AF8F-64A35E59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86DA8E-B0AC-4888-9272-C0FDB993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12.21—12.28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A1405-1D94-4600-9D84-FB3C3389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76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复测、材料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12.28课程收尾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8A1518-62A5-4FA7-8BDD-A585601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组内阶段计划示意，条形长度不表示天数；正式提交日期以课程通知为准。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8B51AD-5ECF-497B-AE1E-7361359C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4CFB4A-7417-47E3-B2F6-B9BE1074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126388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EA2F2-AF9D-4134-9A0C-5CBEB404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8F1D7-0BBB-4B7E-AA60-EA61ABFB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EF4BB-A47E-4213-9DA3-5ACCF473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F86A0-6585-4E6E-ADDE-4A707C5536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ee0ad4534443f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97F50-AF0B-41FE-83D0-95DD3F5BEA0F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范围、进度、预算与版本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94953-A993-4482-9A17-272A1E2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60C64-9A37-4181-A8F6-7470266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E845A-C10A-407C-90A9-B329961D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752868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65E30-8D2B-43E9-9213-778DA00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六人共同维护一个GitHub仓库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E9BC1-F863-42A4-BE2C-E1D5E6A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14FEA-DA44-45BF-BAE5-9FF9A7F7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每人按分工修改，提交PR后互相检查，再合并到主分支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27B95-7306-45FE-827A-FC394C0CB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1c36394524cd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A415C-1F14-49EB-BD3E-08A5B60F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github.com/BrockPhlin/industry-report-harness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772F1-D6D1-40B9-A817-34E6E57CA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23509e71941eb"/>
          <a:stretch xmlns:a="http://schemas.openxmlformats.org/drawingml/2006/main"/>
        </p:blipFill>
        <p:spPr>
          <a:xfrm xmlns:a="http://schemas.openxmlformats.org/drawingml/2006/main">
            <a:off x="619125" y="1973428"/>
            <a:ext cx="7429500" cy="36159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7D110-482B-4641-8BB2-2E113D0D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 分支里改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384FA-1FC8-4BC7-9B9D-592803E2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按分工修改代码和材料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42A0A-70CC-4EE5-AD18-1476D041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 PR互相检查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B1B7D-8BE0-4D2F-8CCA-C8A3191D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说明改动，核对测试与版本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91E78-A345-4E1F-9A3C-93DADDA1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3 合并后同步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3BD7F-B39B-4CF1-9347-1B474F6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816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组长确认，其他人拉取更新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E0514-584E-44F0-BA80-0984CC90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协作者列表：5个协作者账号，加上仓库所有者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09A24-E71D-4DB9-855E-13549DF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统一保存代码、报告与PPT源码，减少反复传文件和版本混乱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8A989-C74B-49EE-BF02-E8BA19E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7F72B-C489-49F2-BDD7-0EFA8F6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52022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E2C9FE-77F6-49A6-8AA6-461F5DC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开发顺序：先定需求，再生成，最后一起测试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799B3-F18A-4F11-B90E-9AE7897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2029C-CD24-44BF-97E4-F0DCB98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核心流程预计23个工作日，另留3天处理问题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BADF8-DEA6-494F-8687-E11D6DFEC7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fb9a344744915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61812-0BA6-4B78-ACE0-6EEBF329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C611-5C14-49A1-92F9-470BCACB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2D420-7418-456E-9627-04DCB30A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6AD6A-F267-43BE-AEDB-B26DC53C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57475"/>
            <a:ext cx="333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8F6A3-374D-44ED-8B35-FF51B15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EA76C-E241-46D8-A8C6-8DF134FF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需求和资料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56DCC-3E7D-4D65-9CB8-E1EFF606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B6A00-70FB-4797-A77A-DAA94A8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4F6C9-E29C-4320-8099-E34F8D26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模板与接口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840F5A-421B-4649-B916-D573961A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3个工作日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16115-AA6D-48B6-AF2A-23FBC8C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88090-F14C-40F6-9255-91B1BE25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分章与恢复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BEABE-77AD-4021-84C1-72359CE6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6个工作日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40146-73FF-4E04-82CE-581CA952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D2373-770D-4B07-ADBF-036E47D9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审阅与导出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FA142-7E94-4A07-9D9B-F2813ECE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4个工作日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761E5-B03D-47C4-A4A2-DA4EE5E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D6B62-1250-484E-B910-E80F801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57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445E0-4BA1-4138-BCD3-57370187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336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5个工作日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163CC-0E37-4A61-A1F9-01AAB45A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5FBF0-2F03-4241-9312-EBEEFC19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DB391-E02A-454C-B07A-A476AAA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128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B038C-8602-453A-983C-301A7367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14288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C3E435-DEF6-4761-BFA6-3EC88C44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71925"/>
            <a:ext cx="4143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8D281-283C-4D96-B5E9-6ACD388C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前端页面：3个工作日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B4779-7400-49A2-85F0-D26C59ED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需求确定后，与生成模块并行开发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3259B9-6B08-40FA-8DBB-230E46FD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 + 3 + 6 + 4 + 5 = 23天；再留3天缓冲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1D238B-FD64-4D28-84DA-884B6DE5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这是核心开发的初步安排；正式日期落定后重排，终期前另留3周做系统测试。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69AFA9-1D2A-4D66-A01C-5AAB78A6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CE4BE7-2B2C-4DE2-BFBE-FE7193B0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931547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DB1B2-76E9-4921-BED0-DB451C6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预算怎么控制？出问题怎么办？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6BFE6-7241-4793-963C-0A01593A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18A24-C7FC-4A35-A78F-12812594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建议现金上限200元，主要用于模型试验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58677-E6CB-4E7C-98C5-C850225B5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d954df4146f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FFDBF-5AA4-4D36-9321-9CCEE5F5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2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模型试验160元  +  应急40元  =  200元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5BA4B-C133-4814-B169-6B02E88378FA}"/>
              </a:ext>
            </a:extLst>
          </p:cNvPr>
          <p:cNvGraphicFramePr/>
          <p:nvPr/>
        </p:nvGraphicFramePr>
        <p:xfrm>
          <a:off xmlns:a="http://schemas.openxmlformats.org/drawingml/2006/main" x="666750" y="2714625"/>
          <a:ext xmlns:a="http://schemas.openxmlformats.org/drawingml/2006/main" cx="10858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4815"/>
                <a:gridCol w="6623685"/>
              </a:tblGrid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模型中断，或者不清楚是否已经扣费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保存进度，先核对调用结果再决定是否重试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资料的数字、单位或出处对不上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核心任务延期，影响后面的人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组长协调补位，先完成必须交付的功能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300B0-25E5-416F-B14F-B81C20A5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预算是计划上限，不是已支出；选定服务后按实际调用核算。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1D2B6-25B3-42A7-9FE8-1B816A96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2333D-325E-4CEB-A771-B273D4D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2080097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8FD36-C8BE-4C62-AF93-CE3884D4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让草稿有用，也让每一步经得起检查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71349-1878-4C56-9D0D-13A3C5CA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5B4E5-F96A-48CE-B27D-F018365D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AI帮忙整理和起草；人负责需求、事实核对和最终确认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B7BA6-A822-4A15-80D5-5743FEB923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9436427804c3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32F2-FBE5-4E6B-BB2D-A1C69FB7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已有基础：原型可运行，18项基线测试通过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8C038-E04F-40B2-AE25-7D869CCC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接下来检查：换产业能用吗？出错能恢复吗？导出能读吗？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715D3-0F2B-4AE2-AEA2-25F56043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每周一起看：交出了什么、卡在哪里、需要怎么调整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D6CDA-DA0B-49A1-9A35-740D463E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开题后先确认资料、模板和接口，再按分工推进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25B3D-FE48-4823-83AB-25BCB1B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A521E-3A7D-4C8C-A8D7-0B6A78B3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844709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2026-10-25T16:36:12.4910000Z</dcterms:created>
  <dcterms:modified xsi:type="dcterms:W3CDTF">2026-10-25T16:36:12.4910000Z</dcterms:modified>
</coreProperties>
</file>