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c5332e59cf4c6a" /><Relationship Type="http://schemas.openxmlformats.org/officeDocument/2006/relationships/extended-properties" Target="/docProps/app.xml" Id="R0a463e851a2541d7" /><Relationship Type="http://schemas.openxmlformats.org/officeDocument/2006/relationships/officeDocument" Target="/ppt/presentation.xml" Id="Re7650ec83cd04d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66a40dae054c7c"/>
  </p:sldMasterIdLst>
  <p:notesMasterIdLst>
    <p:notesMasterId xmlns:r="http://schemas.openxmlformats.org/officeDocument/2006/relationships" r:id="R2317ebf43f4445e8"/>
  </p:notesMasterIdLst>
  <p:sldIdLst>
    <p:sldId xmlns:r="http://schemas.openxmlformats.org/officeDocument/2006/relationships" id="256" r:id="R597a8e2c12c24cfa"/>
    <p:sldId xmlns:r="http://schemas.openxmlformats.org/officeDocument/2006/relationships" id="257" r:id="R5547fd9301e64fe4"/>
    <p:sldId xmlns:r="http://schemas.openxmlformats.org/officeDocument/2006/relationships" id="258" r:id="R00ac2b80f229439a"/>
    <p:sldId xmlns:r="http://schemas.openxmlformats.org/officeDocument/2006/relationships" id="259" r:id="R23e137713741488f"/>
    <p:sldId xmlns:r="http://schemas.openxmlformats.org/officeDocument/2006/relationships" id="260" r:id="R8f1a2b6639ad4120"/>
    <p:sldId xmlns:r="http://schemas.openxmlformats.org/officeDocument/2006/relationships" id="261" r:id="Rdb98ee531ca1403b"/>
    <p:sldId xmlns:r="http://schemas.openxmlformats.org/officeDocument/2006/relationships" id="262" r:id="R0c9b6402de3b4b09"/>
    <p:sldId xmlns:r="http://schemas.openxmlformats.org/officeDocument/2006/relationships" id="263" r:id="Rb90a6e5b985b43a1"/>
    <p:sldId xmlns:r="http://schemas.openxmlformats.org/officeDocument/2006/relationships" id="264" r:id="Rb0347d2d70c54654"/>
    <p:sldId xmlns:r="http://schemas.openxmlformats.org/officeDocument/2006/relationships" id="265" r:id="R6bb5c5dc99ee4d47"/>
    <p:sldId xmlns:r="http://schemas.openxmlformats.org/officeDocument/2006/relationships" id="266" r:id="R4209c51af98f4d32"/>
    <p:sldId xmlns:r="http://schemas.openxmlformats.org/officeDocument/2006/relationships" id="267" r:id="R3ff0a010cbe74d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4663cf2854716" /><Relationship Type="http://schemas.openxmlformats.org/officeDocument/2006/relationships/slideMaster" Target="/ppt/slideMasters/slideMaster1.xml" Id="Rc266a40dae054c7c" /><Relationship Type="http://schemas.openxmlformats.org/officeDocument/2006/relationships/notesMaster" Target="/ppt/notesMasters/notesMaster1.xml" Id="R2317ebf43f4445e8" /><Relationship Type="http://schemas.openxmlformats.org/officeDocument/2006/relationships/presProps" Target="/ppt/presProps.xml" Id="R088ac32f71ba48e5" /><Relationship Type="http://schemas.openxmlformats.org/officeDocument/2006/relationships/tableStyles" Target="/ppt/tableStyles.xml" Id="Rb39263bf491a4089" /><Relationship Type="http://schemas.openxmlformats.org/officeDocument/2006/relationships/slide" Target="/ppt/slides/slide1.xml" Id="R597a8e2c12c24cfa" /><Relationship Type="http://schemas.openxmlformats.org/officeDocument/2006/relationships/slide" Target="/ppt/slides/slide2.xml" Id="R5547fd9301e64fe4" /><Relationship Type="http://schemas.openxmlformats.org/officeDocument/2006/relationships/slide" Target="/ppt/slides/slide3.xml" Id="R00ac2b80f229439a" /><Relationship Type="http://schemas.openxmlformats.org/officeDocument/2006/relationships/slide" Target="/ppt/slides/slide4.xml" Id="R23e137713741488f" /><Relationship Type="http://schemas.openxmlformats.org/officeDocument/2006/relationships/slide" Target="/ppt/slides/slide5.xml" Id="R8f1a2b6639ad4120" /><Relationship Type="http://schemas.openxmlformats.org/officeDocument/2006/relationships/slide" Target="/ppt/slides/slide6.xml" Id="Rdb98ee531ca1403b" /><Relationship Type="http://schemas.openxmlformats.org/officeDocument/2006/relationships/slide" Target="/ppt/slides/slide7.xml" Id="R0c9b6402de3b4b09" /><Relationship Type="http://schemas.openxmlformats.org/officeDocument/2006/relationships/slide" Target="/ppt/slides/slide8.xml" Id="Rb90a6e5b985b43a1" /><Relationship Type="http://schemas.openxmlformats.org/officeDocument/2006/relationships/slide" Target="/ppt/slides/slide9.xml" Id="Rb0347d2d70c54654" /><Relationship Type="http://schemas.openxmlformats.org/officeDocument/2006/relationships/slide" Target="/ppt/slides/slide10.xml" Id="R6bb5c5dc99ee4d47" /><Relationship Type="http://schemas.openxmlformats.org/officeDocument/2006/relationships/slide" Target="/ppt/slides/slide11.xml" Id="R4209c51af98f4d32" /><Relationship Type="http://schemas.openxmlformats.org/officeDocument/2006/relationships/slide" Target="/ppt/slides/slide12.xml" Id="R3ff0a010cbe74d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95d52a4c5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1d8398296d48cb" /><Relationship Type="http://schemas.openxmlformats.org/officeDocument/2006/relationships/notesMaster" Target="/ppt/notesMasters/notesMaster1.xml" Id="Read024b3e48a46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ab8c35fcf4a9e" /><Relationship Type="http://schemas.openxmlformats.org/officeDocument/2006/relationships/notesMaster" Target="/ppt/notesMasters/notesMaster1.xml" Id="R4a12d25d3b0d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1837e5b16e4a64" /><Relationship Type="http://schemas.openxmlformats.org/officeDocument/2006/relationships/notesMaster" Target="/ppt/notesMasters/notesMaster1.xml" Id="R4473aa51afc641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732ef8fdd4151" /><Relationship Type="http://schemas.openxmlformats.org/officeDocument/2006/relationships/notesMaster" Target="/ppt/notesMasters/notesMaster1.xml" Id="R980f8641b14347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ac238b519241cf" /><Relationship Type="http://schemas.openxmlformats.org/officeDocument/2006/relationships/notesMaster" Target="/ppt/notesMasters/notesMaster1.xml" Id="Ra448106ac97941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25667652af49cf" /><Relationship Type="http://schemas.openxmlformats.org/officeDocument/2006/relationships/notesMaster" Target="/ppt/notesMasters/notesMaster1.xml" Id="Rf9c9bcd3b11c4b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775158c2d41f1" /><Relationship Type="http://schemas.openxmlformats.org/officeDocument/2006/relationships/notesMaster" Target="/ppt/notesMasters/notesMaster1.xml" Id="R5416469f7d0f42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4a53c57d5240b8" /><Relationship Type="http://schemas.openxmlformats.org/officeDocument/2006/relationships/notesMaster" Target="/ppt/notesMasters/notesMaster1.xml" Id="R30ded70d8c8f46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a92002c3094627" /><Relationship Type="http://schemas.openxmlformats.org/officeDocument/2006/relationships/notesMaster" Target="/ppt/notesMasters/notesMaster1.xml" Id="R9798cc8c91a84e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448c448b0b47c9" /><Relationship Type="http://schemas.openxmlformats.org/officeDocument/2006/relationships/notesMaster" Target="/ppt/notesMasters/notesMaster1.xml" Id="R0e8a75383e914c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13086e08ed4e77" /><Relationship Type="http://schemas.openxmlformats.org/officeDocument/2006/relationships/notesMaster" Target="/ppt/notesMasters/notesMaster1.xml" Id="Ra4f2f7669c374e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f0b044a42f4d15" /><Relationship Type="http://schemas.openxmlformats.org/officeDocument/2006/relationships/notesMaster" Target="/ppt/notesMasters/notesMaster1.xml" Id="R0033b6d53461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大家好，我是第11组的郭润航。我们要把分散的产业资料整理成有出处、方便修改的报告草稿。下面介绍系统怎么做，以及六个人怎样共同维护。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把使用者定在学生和研究助理。比如写一份产业调研，往往先找很多资料，再重新搭提纲，最后还要逐个核对数字的出处。我们的目标是先形成可核对的草稿，再由人修改和确认，形成完善的产业报告。这里说的是我们目前的需求假设，还没有做真实访谈。系统会允许更换产业主题和报告模板，所以不是只做光伏；光伏只是我们用来说明和验证功能的一个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一个具体例子。左图是工信部公布的2024年数据：光伏组件产量比上一年增长13.5%，但组件价格下降29.7%。所以不能看到产量增长，就直接写成整个行业都在变好。右边的两个数字也不能混：588GW是组件产量，278GW是新增装机，分别是制造了多少、又新增用了多少。我们的系统要把时间、单位和出处一起保留下来，让写报告的人能回到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的操作分四步：录入资料、选模板、生成草稿，最后由人核对和导出。左边是我们现有原型实际生成的摘录。现在已经能保存资料、选来源、保存历史，也能下载Markdown这种文本格式。要说明的是，这张图用的是摘录模式，没有调用模型，所以不能把它当成AI写报告的效果。接下来才补模板、分章生成、人工修改和PDF或Word导出，最终让整条流程真正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这个词可以理解为围着AI的一套执行安排。老师讲项目管理时强调先拆任务、再检查进展；结合上节课学长的分享，我们也把生成报告分成几个小步骤。比如第一章已经写好，第二章突然失败，如果只做一次大请求，就很难知道从哪里接着做。我们计划每完成一章就保存内容和状态，修复后从第二章继续。如果资料或模板换了，要重新判断哪些内容还能复用。另外，超时以后不能直接认定任务失败，先查看记录、确认结果，再决定是否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怎样判断做完了？我们不只看能不能生成一段文字。第一，要能换模板和产业；第二，关键表述能查出处，修改前后的版本能保留；第三，要真的制造一次章节失败，看看能不能继续；第四，图表、中文和分页要能正常导出；最后，换一个环境也要能按说明运行。我们先用光伏和新能源汽车两类资料验证，避免只在一个准备好的例子里跑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分工是：程文博统筹协调，控制范围和进度；田亦洁负责需求与设计，先把接口和验收条件说明白；崔大元整理资料和来源；许子萌做生成流程与恢复；李佳雨把这些能力接到页面上，完成修改和导出；我负责测试、部署和汇报。交接不是把文件发过去就结束，而是要让下一位成员知道怎么调用、哪里会出错，以及什么还没做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之外，我们也要有共同维护的方式。这就是我们的GitHub仓库，左边是组长提供的协作者列表，五个协作者加上仓库所有者，六个人都有共同维护的入口。以后按分工在各自分支修改，完成后提交PR，也就是请其他成员检查这次改动。检查代码和材料是否一致、测试是否通过，再由组长确认合并，其他人同步最新版本。代码、报告和PPT源码都放在这里，谁改了什么、为什么改，也能回头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开发顺序就可以了。先确认需求和资料，再确定模板和接口，然后做分章与恢复，接着完成审阅导出，最后把各部分连起来测试。上面这条需要依次完成的路线，加起来是23个工作日，再留3天处理问题。下面的前端页面可以在需求确定后并行做，不需要一直等到后端全部写完，但要在审阅导出接入前准备好。这里算的是核心开发流程，整个学期还要另留终期前三周做系统测试；这条依赖路线用来安排开发先后，第七页则说明按月推进的阶段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推进中，我们先把主要流程做稳。遇到模型失败，要明确报错，查清是哪一步出了问题，不能把失败当成功；遇到数字、单位和来源对不上，就回原文核对。关键任务卡住时，大家及时沟通，优先打通需要演示的流程。不同成员的修改通过分支和PR检查后再合并，避免版本混乱。问题和处理结果也要留下记录，方便之后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我们会把实际做出的东西作为进度依据。目前原型可以运行，十八项基线测试已经通过，真实模型还需要联调。之后重点检查换产业能否复用、出错能否恢复、报告能否正常导出。AI可以帮忙整理、起草和写重复代码，事实和结果仍由我们自己核对。我们也会在不断摸索和验证的过程中，逐步形成自己的创新，比如从资料核对、任务接续和人工审阅中的实际问题入手，小范围试验，把有用的改进留下来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6aaef7f854a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0e0cca79a41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794e41fcd47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3d6ddeaee4d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9e915ef4e47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0164aaac44e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69703C-5911-4160-A94A-4C676EF42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E37CCD-2332-4900-B825-BDAB66152E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3133E6-E9DA-4CEE-BCB9-A1FC9280A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A7ADD3-7598-4487-97EE-F0C30209D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CEA9B7-2F46-4E1A-822D-F772E8B07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602A5C-A2F5-4047-BD39-73B45E22E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91511E-5E33-41D0-BD39-605974AF57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E8FADF-768F-4805-99E6-5FAD967166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633076-D87A-46EB-988A-6693E23E8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963784-2F8E-4A18-A6BA-604852ED01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121c951a994032" /><Relationship Type="http://schemas.openxmlformats.org/officeDocument/2006/relationships/slideLayout" Target="/ppt/slideLayouts/slideLayout1.xml" Id="R93b11258900d40ef" /><Relationship Type="http://schemas.openxmlformats.org/officeDocument/2006/relationships/slideLayout" Target="/ppt/slideLayouts/slideLayout2.xml" Id="R7e034d4de91740b4" /><Relationship Type="http://schemas.openxmlformats.org/officeDocument/2006/relationships/slideLayout" Target="/ppt/slideLayouts/slideLayout3.xml" Id="R2e107d10849444b1" /><Relationship Type="http://schemas.openxmlformats.org/officeDocument/2006/relationships/slideLayout" Target="/ppt/slideLayouts/slideLayout4.xml" Id="R964d6df285d6496b" /><Relationship Type="http://schemas.openxmlformats.org/officeDocument/2006/relationships/slideLayout" Target="/ppt/slideLayouts/slideLayout5.xml" Id="Rcc614ab2ced246b3" /><Relationship Type="http://schemas.openxmlformats.org/officeDocument/2006/relationships/slideLayout" Target="/ppt/slideLayouts/slideLayout6.xml" Id="Rd5982ad8afcc4b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11258900d40ef"/>
    <p:sldLayoutId xmlns:r="http://schemas.openxmlformats.org/officeDocument/2006/relationships" id="2147483650" r:id="R7e034d4de91740b4"/>
    <p:sldLayoutId xmlns:r="http://schemas.openxmlformats.org/officeDocument/2006/relationships" id="2147483651" r:id="R2e107d10849444b1"/>
    <p:sldLayoutId xmlns:r="http://schemas.openxmlformats.org/officeDocument/2006/relationships" id="2147483652" r:id="R964d6df285d6496b"/>
    <p:sldLayoutId xmlns:r="http://schemas.openxmlformats.org/officeDocument/2006/relationships" id="2147483653" r:id="Rcc614ab2ced246b3"/>
    <p:sldLayoutId xmlns:r="http://schemas.openxmlformats.org/officeDocument/2006/relationships" id="2147483654" r:id="Rd5982ad8afcc4b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cc6d4fecd46e3" /><Relationship Type="http://schemas.openxmlformats.org/officeDocument/2006/relationships/image" Target="/ppt/media/image.png" Id="R71eaf30069e748b3" /><Relationship Type="http://schemas.openxmlformats.org/officeDocument/2006/relationships/notesSlide" Target="/ppt/notesSlides/notesSlide1.xml" Id="R01ce06713f5649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8c14af79b4fd9" /><Relationship Type="http://schemas.openxmlformats.org/officeDocument/2006/relationships/image" Target="/ppt/media/image2.png" Id="Rcfb825de3dd34859" /><Relationship Type="http://schemas.openxmlformats.org/officeDocument/2006/relationships/notesSlide" Target="/ppt/notesSlides/notesSlide2.xml" Id="R5cbea59db450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aaae1d2254edf" /><Relationship Type="http://schemas.openxmlformats.org/officeDocument/2006/relationships/image" Target="/ppt/media/image3.png" Id="R3c737f275a8e4313" /><Relationship Type="http://schemas.openxmlformats.org/officeDocument/2006/relationships/chart" Target="/ppt/slides/charts/chart1.xml" Id="R61302f54369e4859" /><Relationship Type="http://schemas.openxmlformats.org/officeDocument/2006/relationships/notesSlide" Target="/ppt/notesSlides/notesSlide3.xml" Id="R5b30c54bf7aa4f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3bf5033a04461" /><Relationship Type="http://schemas.openxmlformats.org/officeDocument/2006/relationships/image" Target="/ppt/media/image4.png" Id="R5b74769fa801471b" /><Relationship Type="http://schemas.openxmlformats.org/officeDocument/2006/relationships/image" Target="/ppt/media/image5.png" Id="R7f67f46faa024522" /><Relationship Type="http://schemas.openxmlformats.org/officeDocument/2006/relationships/notesSlide" Target="/ppt/notesSlides/notesSlide4.xml" Id="Rbfc374d7dfc946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3727344984cc5" /><Relationship Type="http://schemas.openxmlformats.org/officeDocument/2006/relationships/image" Target="/ppt/media/image6.png" Id="R8f28077fe0b4474a" /><Relationship Type="http://schemas.openxmlformats.org/officeDocument/2006/relationships/notesSlide" Target="/ppt/notesSlides/notesSlide5.xml" Id="R846be65bbfc247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700d4726c4df8" /><Relationship Type="http://schemas.openxmlformats.org/officeDocument/2006/relationships/image" Target="/ppt/media/image7.png" Id="R5bd9070dc95b4fd1" /><Relationship Type="http://schemas.openxmlformats.org/officeDocument/2006/relationships/notesSlide" Target="/ppt/notesSlides/notesSlide6.xml" Id="R4c86e97d445e4e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d89da85c4465e" /><Relationship Type="http://schemas.openxmlformats.org/officeDocument/2006/relationships/image" Target="/ppt/media/image8.png" Id="R03f3792b908f4863" /><Relationship Type="http://schemas.openxmlformats.org/officeDocument/2006/relationships/notesSlide" Target="/ppt/notesSlides/notesSlide7.xml" Id="R136b676914d540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8e96d62b84a9c" /><Relationship Type="http://schemas.openxmlformats.org/officeDocument/2006/relationships/image" Target="/ppt/media/image9.png" Id="R9296573b0284400b" /><Relationship Type="http://schemas.openxmlformats.org/officeDocument/2006/relationships/notesSlide" Target="/ppt/notesSlides/notesSlide8.xml" Id="R896383aa3b344c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ef9a998ae48f3" /><Relationship Type="http://schemas.openxmlformats.org/officeDocument/2006/relationships/image" Target="/ppt/media/image10.png" Id="Re0613f0444b34b1d" /><Relationship Type="http://schemas.openxmlformats.org/officeDocument/2006/relationships/image" Target="/ppt/media/image11.png" Id="Rfe370969cd814bde" /><Relationship Type="http://schemas.openxmlformats.org/officeDocument/2006/relationships/notesSlide" Target="/ppt/notesSlides/notesSlide9.xml" Id="R1711541cca5b47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5a7233d3d45cf" /><Relationship Type="http://schemas.openxmlformats.org/officeDocument/2006/relationships/image" Target="/ppt/media/image12.png" Id="R428a0c0743784206" /><Relationship Type="http://schemas.openxmlformats.org/officeDocument/2006/relationships/notesSlide" Target="/ppt/notesSlides/notesSlide10.xml" Id="Ra98ed145a6b647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0ac469eae46d5" /><Relationship Type="http://schemas.openxmlformats.org/officeDocument/2006/relationships/image" Target="/ppt/media/image13.png" Id="Rcd1e6bdc28934867" /><Relationship Type="http://schemas.openxmlformats.org/officeDocument/2006/relationships/notesSlide" Target="/ppt/notesSlides/notesSlide11.xml" Id="R5ca5be79110a46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be68d2fd8402c" /><Relationship Type="http://schemas.openxmlformats.org/officeDocument/2006/relationships/image" Target="/ppt/media/image14.png" Id="Rc8a05b82b09d4c70" /><Relationship Type="http://schemas.openxmlformats.org/officeDocument/2006/relationships/notesSlide" Target="/ppt/notesSlides/notesSlide12.xml" Id="R46b0a362033a41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AB35D-97B4-45B7-B950-A6A0692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4245A-E376-4B9C-9F88-B0DC7AD0B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af30069e748b3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F0E31-D6B3-4570-8BC7-1A641D22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5325-F37A-43EB-8E6C-5E89816B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《软件工程管理》第十一组小组开题展示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655C5-822D-42F5-9604-8DCECC05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B8601-4F2C-42AA-A55B-3FA7389E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D9DA4-C520-4AD2-A919-4B28DEAB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A8B18-E149-4045-AC87-CA4D4DAC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E7765-3A1F-46C5-A75F-28FDC2E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ADD6B-C2CB-4BE8-9285-7E69C4B3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297806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8A8F5-0D28-45D0-92AD-3283906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谁会用？主要帮他们做什么？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BB72A-F6CE-44AE-84CE-F89F43CC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EDD01-055C-4636-9924-700494E1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面向写课程调研、整理产业信息的学生和研究助理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0323D-D996-4CA0-B588-F3443514B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825de3dd3485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22067-40F3-46A0-944E-2F1D933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写报告时，时间常花在哪里？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AEDE1-F8B2-4B11-9AD4-748D7AB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找资料：原文分散在不同网站和文件里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385A6-8CC7-4927-9B3E-89E86029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搭结构：每次都要重新列提纲、整理章节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A7892-8729-4348-8ACB-E6B1FDDF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查出处：看到一个数字，要能找到它来自哪里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6B6FC-1EBC-4136-A6E3-BE82AA7F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我们的目标：先生成可核对的草稿，再由人修改和确认，</a:t>
            </a:r>
          </a:p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形成完善的产业报告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DDF69-E4F7-42AE-A925-BC54B96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需求假设将在开题后通过真实用户任务核实。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768DE-1EC3-46C9-96FE-BBBC34AC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714AD-17C7-4F94-B0D4-BD6A406A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657823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1B6D2-D280-4694-9BE4-369EE46E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1C0A0-FACB-4FC2-BA6F-903804B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AB867-C58D-4B9A-A2FD-1CC73A65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D3900-AE20-407D-9368-0D2FB61212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37f275a8e4313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36268-DCB8-40F0-8816-51C235B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61D0BD1-344D-444B-9204-14821FDBD8B5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302f54369e485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B8AAE-2C60-4BC0-B628-E4F0F4C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E7301-D2B7-4876-AECB-0955AA9B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3F013-8408-4CDD-B59A-D9538C5A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36EC8-57ED-4F53-B5C7-B54D3E1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324E5-600D-4484-8D7F-E02D188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3C95A-C1A2-4CF3-83C6-C4938FB9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03D9F-1923-44F4-9851-DF7F2DA4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327713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2AEE4-DFA2-440C-B15B-C3C4DA07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系统怎样用？目前做到哪一步？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FBEED-ADDB-4F31-BA3B-6BDF7B09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DD630-5DF4-40D1-AF1A-D7EBEB2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录入资料 → 选择模板 → 生成草稿 → 人工核对后导出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AD6B4-4FA7-4ED7-BAE1-E5A20F56D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4769fa801471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7BE96-6AA6-4F38-8700-6655BCC4B2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7f46faa024522"/>
          <a:stretch xmlns:a="http://schemas.openxmlformats.org/drawingml/2006/main"/>
        </p:blipFill>
        <p:spPr>
          <a:xfrm xmlns:a="http://schemas.openxmlformats.org/drawingml/2006/main">
            <a:off x="666750" y="2156034"/>
            <a:ext cx="5191125" cy="33079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F6724-E8F0-4F34-BAF7-B69DA2B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已经能做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62BD4-B9DB-4C4B-B53D-B0D92267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保存资料、选择来源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生成摘录、查看原文快照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保存历史、下载 Markdown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F7DA8-A81A-4034-98D8-0E29289F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529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接下来要做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C6042-93D3-4265-9C4C-5366CD23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按模板分章生成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核对引用、修改内容、正式导出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76A86-AE0F-45CD-B104-7049A604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080AC-7BD4-4CBF-ADBE-13747D72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912215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ABCE2-9222-4791-956E-8B971B2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Harness：给AI任务安排步骤、保存进度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D866A-85EA-4422-8EB1-FC64A8D2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D81CF-45E1-4C6C-8317-22D161E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结合上节课学长的分享，我们把长报告拆成可以接着做的小任务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98A18-7EC0-4E96-BC07-6800B042B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8077fe0b4474a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37F3E-1673-4E7D-9FF8-9CC853D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5F54C-641D-4233-A75D-F9477DA2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3E6DA-8DA0-491E-82DE-4514415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CD2E0-C3B7-4CDF-8847-CE1CBD8E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选资料和模板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2E0E-C6E8-48A1-8ADA-4B61B688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先确定这次用什么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0549E-5C82-493E-8B2E-CE524E3E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8B172-B606-4ABF-948E-C32C7E4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分章写报告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6FA25-1403-44CC-B502-FEBDAC0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每完成一章就保存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8ED99-00E1-4E59-8E59-B9F60DEB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C6C3C-7CD1-4110-B5E7-A78423C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核对后导出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356B2-86CD-4EBD-8A5D-1F1B0F88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查出处、人工修改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EA90F-DA96-4D37-A17B-1352F69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74BD8-38FD-4394-94CC-36C2FC4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5AB4B-6B6E-444A-A446-ADA4B3D7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ACF61-8D87-4865-98F9-5D5B34F5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第1章：写好了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C4229-6F8C-482E-BCB8-AD67BE1D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保留已经完成的内容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792AA-B23A-4D28-A81F-ED1A645A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2F7DB-92C2-461E-A898-35D30AD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第2章：中断了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EFE2F-B0E0-41BE-8F63-88CA11E9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修好后从这里继续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D7C24-9227-4980-866A-1F7F58D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AD79C-1D5A-481A-9A3B-CC0E89FE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第3章：还没写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892425-DFCE-4750-9CCF-C372B49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等前面完成后再写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DDDBF-ADC6-47D5-B217-A02FCD25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目标：中途出错，也能接着做；每一步都能查看进度和结果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77D6E-DB0B-4DA5-9036-5E1F7DB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这是计划实现的能力；技术参考：Anthropic官方文章、LangGraph持久化文档。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FC0535-719B-42D9-BB61-8FC4B2E0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8638B-DBC7-4263-9994-EE2804DA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398211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D94B8-6D84-4952-8A61-EF79E310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本学期做到什么程度，才算完成？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7EF30-C1D9-4773-9B68-F0EE82F1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9E0D7-F78E-4AE6-B8CC-8092F982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把目标写成能实际检查的条件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E53E6-BE9A-4D64-B3D5-AD233BABE1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9070dc95b4fd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BD2D5-2D92-4639-909B-F9F8B41A6AC3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8965"/>
                <a:gridCol w="7709535"/>
              </a:tblGrid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要交付的能力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怎么检查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更换产业和模板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两种模板；两个产业各用至少3份公开资料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草稿能查出处、能修改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每份抽查至少5条关键表述，保留修改前后版本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出错后能继续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人为让一章失败，确认成功内容保留并能接着写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报告能正式导出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至少1种带单位和出处的图表，中文与分页可读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换台环境也能运行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按说明启动，完成资料录入到报告导出的流程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16354-3695-415C-B0F3-ACFE0EE5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系统保持通用；先用光伏、新能源汽车资料验证。以上是学期目标。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624DA-610F-489E-A533-1C1B1E1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9A5A6-C4EB-41D6-A5F3-C468AB2D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2074828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3F5C3D-2858-4642-A829-8585F0CA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学期时间安排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3C437-1F9D-45D2-BCD7-97F360D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2A3A0-889D-4B7D-984B-618959A7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开题前定方向，11月跑通流程，12月完善、测试和交付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855F2-E245-43F2-8EAE-30E831739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3792b908f4863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1CAE2-D3FA-46FA-8526-93353E6D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首轮推进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7A903-D9B4-465D-8966-FEED8FC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二轮完善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4BB9E-7713-4746-8489-FFEB1966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检查与展示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BDEAA-E19D-4D2C-9092-5CD15B9D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3B907-1325-43BA-B582-38C6DAC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A43E8-FC4B-400D-8566-E5688A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10月中下旬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A02C7-E7F4-472B-8036-72B64284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问题、范围与分工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6F94D-0BAD-4C40-9239-16E36D94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5C861-73A1-455F-9B1B-4355F7A0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10.24—10.25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03B1F-1FA4-4200-B2A0-2334D98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计划书、PPT检查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8E5E3-A872-4848-906A-CA1B244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F0D25-01FB-4BA7-B3BD-9F10794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A2D1A-4868-4935-A8BE-8819C4FC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0B0D0-16B4-40E2-A149-66562541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中期版本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E3380-0593-49D0-8CDF-E36D68D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66293-AF68-4122-8C3E-2A80E842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10.27—11.08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0BC23-3327-4DAC-944C-9E9AC47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需求、资料与接口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D691D-2C8B-42F9-9A3A-A67DAC7A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9D215-F1C2-490A-9C6B-2D3D1368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11.09—11.22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C8420-717A-4B30-9A26-A1836D28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生成流程、页面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02B67-2D5E-4C90-B655-78F79C53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4FBAE-0CEF-4736-9FD8-ABA545CA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11.23—11.30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05207-7186-411A-AE97-0D16691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909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联调修复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11.30中期展示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C792F-3440-4FB3-9843-8DD57098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后期完善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EEDAB-F381-4B8E-BE30-913BEF6D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75AE05-7668-4D7D-B23D-8ED2BDB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12.01—12.06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C017C7-A132-4CFE-8D7A-2AEF9CC3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完善恢复与导出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23E2E6-18FB-4085-B3D6-5366458C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425A0-1482-4E87-8D16-161A5489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12.07—12.20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E6CE6-657B-4A3F-A0DB-24BC854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系统测试、修复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57ECED-7FCA-441C-8AB4-3619B857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4AD74E-0FB3-429E-9C99-9972F2DE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12.21—12.28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C50826-21A7-4587-9A7F-95725E74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76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复测、材料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12.28课程收尾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054BBF-DF78-4FD8-B770-13D21C14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组内阶段计划示意，条形长度不表示天数；正式提交日期以课程通知为准。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A87797-19ED-4A31-BBB3-138FAF2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C9CBDB-42A3-4CA1-A678-295B12FD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702642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19A2A-C138-49EF-A016-169A4C3D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07DC1-3910-4108-8217-91CA0947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AB2F8-1E3A-487A-BFB6-D6E80616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AD75C-2442-4456-9206-A5E0089C8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6573b0284400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2C659-B21A-41A8-A01A-A4E536D51BF3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范围、进度、资源与版本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252A7-2077-4B94-A0AA-9DD81A88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326D1-6DDD-41C2-8F86-2B97FB7C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4F1A4-0EA5-4EF2-B75F-D581431C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8366303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03E02-9B33-4ECB-8BFC-0C5645AE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六人共同维护一个GitHub仓库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BE336-9981-4949-B583-B1C58EB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E498C-FF07-4D55-8E96-28F0F601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每人按分工修改，提交PR后互相检查，再合并到主分支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944DF-4317-4131-AE68-2E144E0AD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13f0444b34b1d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B1A85-37E8-4425-98C9-795555CF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github.com/BrockPhlin/industry-report-harness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842CB-0E69-4CE3-89AE-02CC56E776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70969cd814bde"/>
          <a:stretch xmlns:a="http://schemas.openxmlformats.org/drawingml/2006/main"/>
        </p:blipFill>
        <p:spPr>
          <a:xfrm xmlns:a="http://schemas.openxmlformats.org/drawingml/2006/main">
            <a:off x="619125" y="1973428"/>
            <a:ext cx="7429500" cy="36159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7F5FC-A48E-4F72-9849-06803125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 分支里改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3C17E-651C-4B07-A53C-B7B2659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按分工修改代码和材料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0B46A-0561-46FA-AF27-5924C6B7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 PR互相检查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E3850-4014-404C-B7EF-AA5DEC17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说明改动，核对测试与版本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F8781-A998-47A7-BB73-86EF8FC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3 合并后同步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7B790-A553-4EDD-A0EA-45449649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816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组长确认，其他人拉取更新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ECA57-32A7-48B9-89E0-1396B656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协作者列表：5个协作者账号，加上仓库所有者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1260E-F6B0-4A75-8EBB-B19E9A6B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统一保存代码、报告与PPT源码，减少反复传文件和版本混乱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2F203-19D5-4578-AC70-3D7C4F2E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F77E2-AABB-4E51-BBA8-E70327F0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248253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BD9683-3311-4673-809C-47711492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开发顺序：先定需求，再生成，最后一起测试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90FAF-7AB4-4DB9-BB4A-AA71310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494E1-DE2E-41B1-B441-7A700613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核心流程预计23个工作日，另留3天处理问题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DA7E0-0C9D-42CF-837F-26F5B879D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a0c074378420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D02FD-1605-4A4E-844A-384C88E9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3DBF8-E553-4A98-AF45-D4DFBF9D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DFE42-237C-4E6F-BFA9-5B018115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1DC1F-2AA4-4EBF-98C3-A5BE749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5C14A-C0DA-47DD-919D-63234254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19BBD-118B-460D-8FF6-30378DAE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需求和资料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8177F-0887-4349-93A3-CFCBF403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8A7E8-5763-4D85-A71D-A5AC32D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92F0F-4E97-4CE4-8C55-F260D1C2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模板与接口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8D21B-C0BC-4406-A843-14D0DD0E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3个工作日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EABDD-9263-47E9-8585-F804EA8D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41ECD-4A3C-4C9F-BFE8-920C024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分章与恢复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E204B-D73D-47F5-8870-1946020F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6个工作日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B617B-FCC2-430D-8C71-2A0A7BBA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211FE-C0C3-427F-9273-1F9FAEF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审阅与导出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95BC9-0E6B-492D-9F5D-07CD83DA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4个工作日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6322D-68B7-424A-979A-8B23FE19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72B6C-EA3C-46B5-BCE0-184D519B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7100B-BF49-4C91-8872-3D028AAE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12CCC-5379-4C6D-AACE-48959E3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FC152-9F9A-4B0A-BCD5-B1ED4AA2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9F359-2CFF-408E-99F1-A2F8E370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067FDC-0A1B-49DE-AE3F-8E5F872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E10162-5BCC-43D1-A17A-6A2CB6D0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71925"/>
            <a:ext cx="4143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2D653-D76E-4420-B5B3-E5C333CB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前端页面：3个工作日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C5605C-6A48-4414-BBFD-844EBAA9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需求确定后，与生成模块并行开发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3BC17-FA94-4C03-9A05-F0EA90C5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 + 3 + 6 + 4 + 5 = 23天；再留3天缓冲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D9A79-3D07-4384-B669-5C3F2B2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这是核心开发的初步安排；正式日期落定后重排，终期前另留3周做系统测试。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567904-B82C-43F6-9123-DC275640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A26D47-294F-4887-BFAD-0DB414C1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5771840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EF76A-FD78-486A-A268-00DC2EE5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遇到问题怎么处理？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F80FB-949A-4AD6-9D17-528DACF0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76E75-1FB0-4DAB-8FFF-131FF48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先把主要流程做稳，再逐步完善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60145-899E-42DA-87D3-7DBBFC529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e6bdc2893486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8D0A9-A344-494B-A5E4-6645AD10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问题及时说清，处理结果留下记录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9A620-5F84-4F3D-B133-22DEECB103CF}"/>
              </a:ext>
            </a:extLst>
          </p:cNvPr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6230"/>
                <a:gridCol w="6732270"/>
              </a:tblGrid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模型调用失败或中断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明确报错，查看记录，确认原因后再重试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关键任务卡住，影响后面的人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及时沟通、协调补位，优先打通主要流程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不同成员的修改互相覆盖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各自使用分支，提交PR检查后再合并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32E45-D7F5-41C2-B37A-E43491D6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按实际处理和测试结果确认功能，不把计划当作已经完成。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4BDDD-556B-4A60-843D-651F7FB3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A52E4-3B69-473D-ACCF-407840D1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0273096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2CE5A-FF7B-4C41-8709-784F95C6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让草稿有用，也让每一步经得起检查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4EA96-50EF-41E8-9DB3-53F4A765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78034-4EEA-4465-8CA5-06412635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AI帮忙整理和起草；人负责需求、事实核对和最终确认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1476E-B14A-4A99-A046-6652CC9AF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05b82b09d4c70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1EB79-BE1C-4CC7-94E6-777FEFC8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已有基础：原型可运行，18项基线测试通过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29055-470C-4946-9583-CE8ACB30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接下来检查：换产业能用吗？出错能恢复吗？导出能读吗？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B3DD7-D6B9-4D49-9260-646159BC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开题后先确认资料和模板，每周检查进展、问题与改进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5BB93-4D86-4BB7-9600-865C138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3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我们会在不断摸索和验证的过程中，逐步形成自己的创新。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D8953-5B79-4AD9-BFC4-1314710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15B1E-AC11-46D4-9B58-58DF4080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304445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2026-10-25T23:52:37.9530000Z</dcterms:created>
  <dcterms:modified xsi:type="dcterms:W3CDTF">2026-10-25T23:52:37.9530000Z</dcterms:modified>
</coreProperties>
</file>