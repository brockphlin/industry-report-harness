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d2b7aed16b49c6" /><Relationship Type="http://schemas.openxmlformats.org/officeDocument/2006/relationships/extended-properties" Target="/docProps/app.xml" Id="R273220736de04665" /><Relationship Type="http://schemas.openxmlformats.org/officeDocument/2006/relationships/officeDocument" Target="/ppt/presentation.xml" Id="Rb4d92eba36fc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b9961713d1477a"/>
  </p:sldMasterIdLst>
  <p:notesMasterIdLst>
    <p:notesMasterId xmlns:r="http://schemas.openxmlformats.org/officeDocument/2006/relationships" r:id="R47e69c0e0c304d66"/>
  </p:notesMasterIdLst>
  <p:sldIdLst>
    <p:sldId xmlns:r="http://schemas.openxmlformats.org/officeDocument/2006/relationships" id="256" r:id="Re4f25615705f4b8f"/>
    <p:sldId xmlns:r="http://schemas.openxmlformats.org/officeDocument/2006/relationships" id="257" r:id="R6a13b7cccbee457a"/>
    <p:sldId xmlns:r="http://schemas.openxmlformats.org/officeDocument/2006/relationships" id="258" r:id="R67c529868cf248a0"/>
    <p:sldId xmlns:r="http://schemas.openxmlformats.org/officeDocument/2006/relationships" id="259" r:id="R9c38a45305014eb5"/>
    <p:sldId xmlns:r="http://schemas.openxmlformats.org/officeDocument/2006/relationships" id="260" r:id="Rec3bfef7c2bf480a"/>
    <p:sldId xmlns:r="http://schemas.openxmlformats.org/officeDocument/2006/relationships" id="261" r:id="R6fedc51da1f548d0"/>
    <p:sldId xmlns:r="http://schemas.openxmlformats.org/officeDocument/2006/relationships" id="262" r:id="Rfb667437a772471a"/>
    <p:sldId xmlns:r="http://schemas.openxmlformats.org/officeDocument/2006/relationships" id="263" r:id="R9dd877d0169e4fb1"/>
    <p:sldId xmlns:r="http://schemas.openxmlformats.org/officeDocument/2006/relationships" id="264" r:id="Re2d945c166f2422e"/>
    <p:sldId xmlns:r="http://schemas.openxmlformats.org/officeDocument/2006/relationships" id="265" r:id="Ra4554d185f7d4220"/>
    <p:sldId xmlns:r="http://schemas.openxmlformats.org/officeDocument/2006/relationships" id="266" r:id="R948b069fe3ab4064"/>
    <p:sldId xmlns:r="http://schemas.openxmlformats.org/officeDocument/2006/relationships" id="267" r:id="R63200378ce4f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b14d92330e4da9" /><Relationship Type="http://schemas.openxmlformats.org/officeDocument/2006/relationships/slideMaster" Target="/ppt/slideMasters/slideMaster1.xml" Id="R1eb9961713d1477a" /><Relationship Type="http://schemas.openxmlformats.org/officeDocument/2006/relationships/notesMaster" Target="/ppt/notesMasters/notesMaster1.xml" Id="R47e69c0e0c304d66" /><Relationship Type="http://schemas.openxmlformats.org/officeDocument/2006/relationships/presProps" Target="/ppt/presProps.xml" Id="Rae344f0c60d74ac1" /><Relationship Type="http://schemas.openxmlformats.org/officeDocument/2006/relationships/tableStyles" Target="/ppt/tableStyles.xml" Id="R5d6b8db0cd554bd9" /><Relationship Type="http://schemas.openxmlformats.org/officeDocument/2006/relationships/slide" Target="/ppt/slides/slide1.xml" Id="Re4f25615705f4b8f" /><Relationship Type="http://schemas.openxmlformats.org/officeDocument/2006/relationships/slide" Target="/ppt/slides/slide2.xml" Id="R6a13b7cccbee457a" /><Relationship Type="http://schemas.openxmlformats.org/officeDocument/2006/relationships/slide" Target="/ppt/slides/slide3.xml" Id="R67c529868cf248a0" /><Relationship Type="http://schemas.openxmlformats.org/officeDocument/2006/relationships/slide" Target="/ppt/slides/slide4.xml" Id="R9c38a45305014eb5" /><Relationship Type="http://schemas.openxmlformats.org/officeDocument/2006/relationships/slide" Target="/ppt/slides/slide5.xml" Id="Rec3bfef7c2bf480a" /><Relationship Type="http://schemas.openxmlformats.org/officeDocument/2006/relationships/slide" Target="/ppt/slides/slide6.xml" Id="R6fedc51da1f548d0" /><Relationship Type="http://schemas.openxmlformats.org/officeDocument/2006/relationships/slide" Target="/ppt/slides/slide7.xml" Id="Rfb667437a772471a" /><Relationship Type="http://schemas.openxmlformats.org/officeDocument/2006/relationships/slide" Target="/ppt/slides/slide8.xml" Id="R9dd877d0169e4fb1" /><Relationship Type="http://schemas.openxmlformats.org/officeDocument/2006/relationships/slide" Target="/ppt/slides/slide9.xml" Id="Re2d945c166f2422e" /><Relationship Type="http://schemas.openxmlformats.org/officeDocument/2006/relationships/slide" Target="/ppt/slides/slide10.xml" Id="Ra4554d185f7d4220" /><Relationship Type="http://schemas.openxmlformats.org/officeDocument/2006/relationships/slide" Target="/ppt/slides/slide11.xml" Id="R948b069fe3ab4064" /><Relationship Type="http://schemas.openxmlformats.org/officeDocument/2006/relationships/slide" Target="/ppt/slides/slide12.xml" Id="R63200378ce4f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e088f749542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4259aa38394995" /><Relationship Type="http://schemas.openxmlformats.org/officeDocument/2006/relationships/notesMaster" Target="/ppt/notesMasters/notesMaster1.xml" Id="Ra9e1ee07c7ce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c0be7819fb4791" /><Relationship Type="http://schemas.openxmlformats.org/officeDocument/2006/relationships/notesMaster" Target="/ppt/notesMasters/notesMaster1.xml" Id="Ra3f218afa9f944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fac8f16e9c4364" /><Relationship Type="http://schemas.openxmlformats.org/officeDocument/2006/relationships/notesMaster" Target="/ppt/notesMasters/notesMaster1.xml" Id="Rc7b50efdbc7443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0243a9c889499b" /><Relationship Type="http://schemas.openxmlformats.org/officeDocument/2006/relationships/notesMaster" Target="/ppt/notesMasters/notesMaster1.xml" Id="Rfa193f58b6c0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d1097d1f5b4003" /><Relationship Type="http://schemas.openxmlformats.org/officeDocument/2006/relationships/notesMaster" Target="/ppt/notesMasters/notesMaster1.xml" Id="R37d43e5126eb44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0bf9a34b84c67" /><Relationship Type="http://schemas.openxmlformats.org/officeDocument/2006/relationships/notesMaster" Target="/ppt/notesMasters/notesMaster1.xml" Id="Refc912f73a2f4a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50cb4a393041f1" /><Relationship Type="http://schemas.openxmlformats.org/officeDocument/2006/relationships/notesMaster" Target="/ppt/notesMasters/notesMaster1.xml" Id="R2b312d52148f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594c2c41144bef" /><Relationship Type="http://schemas.openxmlformats.org/officeDocument/2006/relationships/notesMaster" Target="/ppt/notesMasters/notesMaster1.xml" Id="R5514f3ab666e4f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36e5374abb443d" /><Relationship Type="http://schemas.openxmlformats.org/officeDocument/2006/relationships/notesMaster" Target="/ppt/notesMasters/notesMaster1.xml" Id="R32e5632673f745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65e94028f14451" /><Relationship Type="http://schemas.openxmlformats.org/officeDocument/2006/relationships/notesMaster" Target="/ppt/notesMasters/notesMaster1.xml" Id="R4012225999b140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76120d155e4cd3" /><Relationship Type="http://schemas.openxmlformats.org/officeDocument/2006/relationships/notesMaster" Target="/ppt/notesMasters/notesMaster1.xml" Id="R262373ea8bc94a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73b7ec66d04cdb" /><Relationship Type="http://schemas.openxmlformats.org/officeDocument/2006/relationships/notesMaster" Target="/ppt/notesMasters/notesMaster1.xml" Id="R5a9add35036d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大家好，我是第11组的郭润航。我们要把分散的产业资料整理成有出处、方便修改的报告草稿。下面介绍系统怎么做，以及六个人怎样共同维护。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使用者定在学生和研究助理。比如写一份产业调研，往往先找很多资料，再重新搭提纲，最后还要逐个核对数字的出处。我们的目标是先形成可核对的草稿，再由人修改和确认，形成完善的产业报告。这里说的是我们目前的需求假设，还没有做真实访谈。系统会允许更换产业主题和报告模板，所以不是只做光伏；光伏只是我们用来说明和验证功能的一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一个具体例子。左图是工信部公布的2024年数据：光伏组件产量比上一年增长13.5%，但组件价格下降29.7%。所以不能看到产量增长，就直接写成整个行业都在变好。右边的两个数字也不能混：588GW是组件产量，278GW是新增装机，分别是制造了多少、又新增用了多少。我们的系统要把时间、单位和出处一起保留下来，让写报告的人能回到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操作分四步：录入资料、选模板、生成草稿，最后由人核对和导出。左边是我们现有原型实际生成的摘录。现在已经能保存资料、选来源、保存历史，也能下载Markdown这种文本格式。要说明的是，这张图用的是摘录模式，没有调用模型，所以不能把它当成AI写报告的效果。接下来才补模板、分章生成、人工修改和PDF或Word导出，最终让整条流程真正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这个词可以理解为围着AI的一套执行安排。老师讲项目管理时强调先拆任务、再检查进展；结合上节课学长的分享，我们也把生成报告分成几个小步骤。比如第一章已经写好，第二章突然失败，如果只做一次大请求，就很难知道从哪里接着做。我们计划每完成一章就保存内容和状态，修复后从第二章继续。如果资料或模板换了，要重新判断哪些内容还能复用。另外，超时以后不能直接认定任务失败，先查看记录、确认结果，再决定是否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怎样判断做完了？我们不只看能不能生成一段文字。第一，要能换模板和产业；第二，关键表述能查出处，修改前后的版本能保留；第三，要真的制造一次章节失败，看看能不能继续；第四，图表、中文和分页要能正常导出；最后，换一个环境也要能按说明运行。我们先用光伏和新能源汽车两类资料验证，避免只在一个准备好的例子里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分工是：程文博统筹协调，控制范围和进度；田亦洁负责需求与设计，先把接口和验收条件说明白；崔大元整理资料和来源；许子萌做生成流程与恢复；李佳雨把这些能力接到页面上，完成修改和导出；我负责测试、部署和汇报。交接不是把文件发过去就结束，而是要让下一位成员知道怎么调用、哪里会出错，以及什么还没做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之外，我们也要有共同维护的方式。这就是我们的GitHub仓库，左边是组长提供的协作者列表，五个协作者加上仓库所有者，六个人都有共同维护的入口。以后按分工在各自分支修改，完成后提交PR，也就是请其他成员检查这次改动。检查代码和材料是否一致、测试是否通过，再由组长确认合并，其他人同步最新版本。代码、报告和PPT源码都放在这里，谁改了什么、为什么改，也能回头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开发顺序就可以了。先确认需求和资料，再确定模板和接口，然后做分章与恢复，接着完成审阅导出，最后把各部分连起来测试。上面这条需要依次完成的路线，加起来是23个工作日，再留3天处理问题。下面的前端页面可以在需求确定后并行做，不需要一直等到后端全部写完，但要在审阅导出接入前准备好。这里算的是核心开发流程，整个学期还要另留终期前三周做系统测试；这条依赖路线用来安排开发先后，第七页则说明按月推进的阶段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推进中，我们先把主要流程做稳。遇到模型失败，要明确报错，查清是哪一步出了问题，不能把失败当成功；遇到数字、单位和来源对不上，就回原文核对。关键任务卡住时，大家及时沟通，优先打通需要演示的流程。不同成员的修改通过分支和PR检查后再合并，避免版本混乱。问题和处理结果也要留下记录，方便之后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们会把实际做出的东西作为进度依据。目前原型可以运行，十八项基线测试已经通过，真实模型还需要联调。之后重点检查换产业能否复用、出错能否恢复、报告能否正常导出。AI可以帮忙整理、起草和写重复代码，事实和结果仍由我们自己核对。我们也会在不断摸索和验证的过程中，逐步形成自己的创新，比如从资料核对、任务接续和人工审阅中的实际问题入手，小范围试验，把有用的改进留下来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30d45f3b34b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82748d09541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21ba1e80e41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56ee21f2a44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1adb728b84a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d595a589b42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CDA245-4A2C-4A0D-9E25-17DD08C99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0A63DC-6CC5-4D2F-8831-DDDE28108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496AD4-BCF9-41E6-8CE3-929B5877A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CC1776-398B-431E-B4CA-F520D7853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449E42-DFA2-40BA-9A74-59A559D697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3864DC-0EE0-45EA-A4DB-E3AA2BF16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24CA2A-EA73-4614-BD93-822D10F529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2AC5B-6D70-48E5-A68F-534F4A01B8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48D4B2-FD7D-4173-9DB7-0DB70F7E9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5A7ACF-4207-4449-A666-459326917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ea89be370b432d" /><Relationship Type="http://schemas.openxmlformats.org/officeDocument/2006/relationships/slideLayout" Target="/ppt/slideLayouts/slideLayout1.xml" Id="Re1575e145148468e" /><Relationship Type="http://schemas.openxmlformats.org/officeDocument/2006/relationships/slideLayout" Target="/ppt/slideLayouts/slideLayout2.xml" Id="R8ac9136bed03421e" /><Relationship Type="http://schemas.openxmlformats.org/officeDocument/2006/relationships/slideLayout" Target="/ppt/slideLayouts/slideLayout3.xml" Id="R238f9d563d6a4d93" /><Relationship Type="http://schemas.openxmlformats.org/officeDocument/2006/relationships/slideLayout" Target="/ppt/slideLayouts/slideLayout4.xml" Id="R434b376d0c8247d4" /><Relationship Type="http://schemas.openxmlformats.org/officeDocument/2006/relationships/slideLayout" Target="/ppt/slideLayouts/slideLayout5.xml" Id="R620078de290a4e76" /><Relationship Type="http://schemas.openxmlformats.org/officeDocument/2006/relationships/slideLayout" Target="/ppt/slideLayouts/slideLayout6.xml" Id="R10c39d690c81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575e145148468e"/>
    <p:sldLayoutId xmlns:r="http://schemas.openxmlformats.org/officeDocument/2006/relationships" id="2147483650" r:id="R8ac9136bed03421e"/>
    <p:sldLayoutId xmlns:r="http://schemas.openxmlformats.org/officeDocument/2006/relationships" id="2147483651" r:id="R238f9d563d6a4d93"/>
    <p:sldLayoutId xmlns:r="http://schemas.openxmlformats.org/officeDocument/2006/relationships" id="2147483652" r:id="R434b376d0c8247d4"/>
    <p:sldLayoutId xmlns:r="http://schemas.openxmlformats.org/officeDocument/2006/relationships" id="2147483653" r:id="R620078de290a4e76"/>
    <p:sldLayoutId xmlns:r="http://schemas.openxmlformats.org/officeDocument/2006/relationships" id="2147483654" r:id="R10c39d690c81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82af9fc174eac" /><Relationship Type="http://schemas.openxmlformats.org/officeDocument/2006/relationships/image" Target="/ppt/media/image.png" Id="Rb08450d015ed4351" /><Relationship Type="http://schemas.openxmlformats.org/officeDocument/2006/relationships/notesSlide" Target="/ppt/notesSlides/notesSlide1.xml" Id="Rca4470d3336f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fd095dec14044" /><Relationship Type="http://schemas.openxmlformats.org/officeDocument/2006/relationships/image" Target="/ppt/media/image2.png" Id="Rb11914085f224a5c" /><Relationship Type="http://schemas.openxmlformats.org/officeDocument/2006/relationships/notesSlide" Target="/ppt/notesSlides/notesSlide2.xml" Id="R6f1ada2e4225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5031b6bf04e32" /><Relationship Type="http://schemas.openxmlformats.org/officeDocument/2006/relationships/image" Target="/ppt/media/image3.png" Id="R763fd1f5d1774e62" /><Relationship Type="http://schemas.openxmlformats.org/officeDocument/2006/relationships/notesSlide" Target="/ppt/notesSlides/notesSlide3.xml" Id="Rd91b88124e434f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0eb08f3144a86" /><Relationship Type="http://schemas.openxmlformats.org/officeDocument/2006/relationships/image" Target="/ppt/media/image4.png" Id="Rbab39a8ddab04ed6" /><Relationship Type="http://schemas.openxmlformats.org/officeDocument/2006/relationships/notesSlide" Target="/ppt/notesSlides/notesSlide4.xml" Id="Rec9b6a67e2e442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e8f2d007f44cf" /><Relationship Type="http://schemas.openxmlformats.org/officeDocument/2006/relationships/image" Target="/ppt/media/image5.png" Id="R4f1864f1ed4148f4" /><Relationship Type="http://schemas.openxmlformats.org/officeDocument/2006/relationships/notesSlide" Target="/ppt/notesSlides/notesSlide5.xml" Id="R7a7c68a6016142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fd5fdd09b4caa" /><Relationship Type="http://schemas.openxmlformats.org/officeDocument/2006/relationships/image" Target="/ppt/media/image6.png" Id="R76dbe50dd3a2422f" /><Relationship Type="http://schemas.openxmlformats.org/officeDocument/2006/relationships/notesSlide" Target="/ppt/notesSlides/notesSlide6.xml" Id="R8a8bbec58f17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5575106034b6d" /><Relationship Type="http://schemas.openxmlformats.org/officeDocument/2006/relationships/image" Target="/ppt/media/image7.png" Id="R9591ec90964c4fdc" /><Relationship Type="http://schemas.openxmlformats.org/officeDocument/2006/relationships/notesSlide" Target="/ppt/notesSlides/notesSlide7.xml" Id="R7709c35fb0004e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21fe5951c41b1" /><Relationship Type="http://schemas.openxmlformats.org/officeDocument/2006/relationships/image" Target="/ppt/media/image8.png" Id="R82867ec9d6a543ab" /><Relationship Type="http://schemas.openxmlformats.org/officeDocument/2006/relationships/notesSlide" Target="/ppt/notesSlides/notesSlide8.xml" Id="Rf2af7d0010e44a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2e75c03264884" /><Relationship Type="http://schemas.openxmlformats.org/officeDocument/2006/relationships/image" Target="/ppt/media/image9.png" Id="R697dc659e04a4ee9" /><Relationship Type="http://schemas.openxmlformats.org/officeDocument/2006/relationships/notesSlide" Target="/ppt/notesSlides/notesSlide9.xml" Id="Rf2b451c7812e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0e19de1b44069" /><Relationship Type="http://schemas.openxmlformats.org/officeDocument/2006/relationships/image" Target="/ppt/media/image10.png" Id="Rbf22c5a13bb6463b" /><Relationship Type="http://schemas.openxmlformats.org/officeDocument/2006/relationships/notesSlide" Target="/ppt/notesSlides/notesSlide10.xml" Id="Ree7208d3f49340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86edd006e4ea2" /><Relationship Type="http://schemas.openxmlformats.org/officeDocument/2006/relationships/image" Target="/ppt/media/image11.png" Id="R9f26746e887b49df" /><Relationship Type="http://schemas.openxmlformats.org/officeDocument/2006/relationships/notesSlide" Target="/ppt/notesSlides/notesSlide11.xml" Id="R79e637ba638344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4bb8679284435" /><Relationship Type="http://schemas.openxmlformats.org/officeDocument/2006/relationships/image" Target="/ppt/media/image12.png" Id="Racead4d4460f4819" /><Relationship Type="http://schemas.openxmlformats.org/officeDocument/2006/relationships/notesSlide" Target="/ppt/notesSlides/notesSlide12.xml" Id="R3ef8354b989c4a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BAF03-EBD1-4EC7-869B-BE89A5E4C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450d015ed435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47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7CE4-3AB6-4F3B-ADCD-9771E3DC6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914085f224a5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741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9130E-2A35-4260-846A-8F766AF8A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fd1f5d1774e6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371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2B1CF-211C-4C4E-85B6-F7FE78F2A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39a8ddab04ed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783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52449-034E-44B2-AC1D-476BE070F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864f1ed4148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378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29EC8-E73B-43EC-85AB-D10EBB249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be50dd3a2422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4346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643A4-90EE-4174-8973-006B8051C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1ec90964c4fd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791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CD3E8-CB6E-464C-822F-3E2B0D43A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67ec9d6a543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0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4C0F8-4857-4CA8-9BA7-934956C8E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dc659e04a4e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20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DE22-8590-45E6-AB10-C20FB973D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2c5a13bb6463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859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3A409-D648-45DF-86DD-7963B4385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6746e887b49d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103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A701A-6C5C-4B94-9EA8-55C6C7723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ad4d4460f481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93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2026-10-26T01:58:07.8860000Z</dcterms:created>
  <dcterms:modified xsi:type="dcterms:W3CDTF">2026-10-26T01:58:07.8870000Z</dcterms:modified>
</coreProperties>
</file>